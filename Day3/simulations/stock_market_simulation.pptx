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Returns on a Fixed Deposit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1390015"/>
          </a:xfrm>
        </p:spPr>
        <p:txBody>
          <a:bodyPr>
            <a:normAutofit fontScale="90000" lnSpcReduction="10000"/>
          </a:bodyPr>
          <a:p>
            <a:r>
              <a:rPr lang="en-US"/>
              <a:t>Let us assume a fixed return of 8% p.a.</a:t>
            </a:r>
            <a:endParaRPr lang="en-US"/>
          </a:p>
          <a:p>
            <a:pPr lvl="1"/>
            <a:r>
              <a:rPr lang="en-US"/>
              <a:t>Rs. 100,000 invested grows to Rs. 108,000 in 365 Days</a:t>
            </a:r>
            <a:endParaRPr lang="en-US"/>
          </a:p>
          <a:p>
            <a:pPr lvl="1"/>
            <a:r>
              <a:rPr lang="en-US"/>
              <a:t>Daily Returns are approximately (8/365) % ~ 0.02%</a:t>
            </a:r>
            <a:endParaRPr lang="en-US"/>
          </a:p>
          <a:p>
            <a:pPr lvl="2"/>
            <a:r>
              <a:rPr lang="en-US"/>
              <a:t>Note - Daily returns are Fixed</a:t>
            </a:r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743585" y="3317875"/>
          <a:ext cx="85344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/>
                <a:gridCol w="1422400"/>
                <a:gridCol w="1422400"/>
                <a:gridCol w="1422400"/>
                <a:gridCol w="1422400"/>
                <a:gridCol w="14224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Day 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Day 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Day 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Day 365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Value of FD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100,000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100,020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100,040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108,000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Daily Returns</a:t>
                      </a:r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~0.02%</a:t>
                      </a:r>
                      <a:endParaRPr lang="en-US" sz="3600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Calculation</a:t>
                      </a:r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Day</a:t>
                      </a:r>
                      <a:r>
                        <a:rPr lang="en-US" sz="2800" baseline="-25000">
                          <a:solidFill>
                            <a:schemeClr val="tx1"/>
                          </a:solidFill>
                          <a:uFillTx/>
                        </a:rPr>
                        <a:t>N+1</a:t>
                      </a:r>
                      <a:r>
                        <a:rPr lang="en-US" sz="2800"/>
                        <a:t> = Day</a:t>
                      </a:r>
                      <a:r>
                        <a:rPr lang="en-US" sz="2800" baseline="-25000">
                          <a:solidFill>
                            <a:schemeClr val="tx1"/>
                          </a:solidFill>
                          <a:uFillTx/>
                        </a:rPr>
                        <a:t>N</a:t>
                      </a:r>
                      <a:r>
                        <a:rPr lang="en-US" sz="2800"/>
                        <a:t> x (1 + Daily Returns/100)</a:t>
                      </a:r>
                      <a:endParaRPr lang="en-US" sz="2800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Returns from the Stock Market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1235710"/>
          </a:xfrm>
        </p:spPr>
        <p:txBody>
          <a:bodyPr/>
          <a:p>
            <a:r>
              <a:rPr lang="en-US"/>
              <a:t>Daily Returns are variable depending on market sentiment, company performance</a:t>
            </a:r>
            <a:endParaRPr lang="en-US"/>
          </a:p>
          <a:p>
            <a:pPr lvl="1"/>
            <a:r>
              <a:rPr lang="en-US"/>
              <a:t>Returns on any day could be either positive (profit) or negative (loss)</a:t>
            </a:r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743585" y="2527935"/>
          <a:ext cx="85344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/>
                <a:gridCol w="1422400"/>
                <a:gridCol w="1422400"/>
                <a:gridCol w="1422400"/>
                <a:gridCol w="1422400"/>
                <a:gridCol w="14224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Day 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Day 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Day 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Day 365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Value of Stock Portfolio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100,000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100,030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99,970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Daily Returns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0.03%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-0.06%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Calculation</a:t>
                      </a:r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Day</a:t>
                      </a:r>
                      <a:r>
                        <a:rPr lang="en-US" sz="2800" baseline="-25000">
                          <a:solidFill>
                            <a:schemeClr val="tx1"/>
                          </a:solidFill>
                          <a:uFillTx/>
                        </a:rPr>
                        <a:t>N+1</a:t>
                      </a:r>
                      <a:r>
                        <a:rPr lang="en-US" sz="2800"/>
                        <a:t> = Day</a:t>
                      </a:r>
                      <a:r>
                        <a:rPr lang="en-US" sz="2800" baseline="-25000">
                          <a:solidFill>
                            <a:schemeClr val="tx1"/>
                          </a:solidFill>
                          <a:uFillTx/>
                        </a:rPr>
                        <a:t>N</a:t>
                      </a:r>
                      <a:r>
                        <a:rPr lang="en-US" sz="2800"/>
                        <a:t> x (1 + Daily Returns/100)</a:t>
                      </a:r>
                      <a:endParaRPr lang="en-US" sz="2800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9401810" y="2902585"/>
            <a:ext cx="2651760" cy="19869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995</Words>
  <Application>WPS Sheets</Application>
  <PresentationFormat>Widescreen</PresentationFormat>
  <Paragraphs>98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Returns on a Fixed Deposit</dc:title>
  <dc:creator>vipar</dc:creator>
  <cp:lastModifiedBy>vipar</cp:lastModifiedBy>
  <cp:revision>1</cp:revision>
  <dcterms:created xsi:type="dcterms:W3CDTF">2026-06-23T09:44:19Z</dcterms:created>
  <dcterms:modified xsi:type="dcterms:W3CDTF">2026-06-23T09:44:19Z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DBD7E5DFE7EB5F1B56403A6AC9248419_41</vt:lpwstr>
  </property>
</Properties>
</file>