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The Birthday Problem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Problem Statement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Q. There are 20 students in a room. What is the probability that there are atleast 2 students sharing the same birthday (day-month) ?</a:t>
            </a:r>
            <a:endParaRPr lang="en-US"/>
          </a:p>
          <a:p>
            <a:r>
              <a:rPr lang="en-US"/>
              <a:t>Solution:</a:t>
            </a:r>
            <a:endParaRPr lang="en-US"/>
          </a:p>
          <a:p>
            <a:pPr lvl="1"/>
            <a:r>
              <a:rPr lang="en-US"/>
              <a:t>Run 1000 simulations</a:t>
            </a:r>
            <a:endParaRPr lang="en-US"/>
          </a:p>
          <a:p>
            <a:pPr lvl="1"/>
            <a:r>
              <a:rPr lang="en-US"/>
              <a:t>In each simulation:</a:t>
            </a:r>
            <a:endParaRPr lang="en-US"/>
          </a:p>
          <a:p>
            <a:pPr lvl="2"/>
            <a:r>
              <a:rPr lang="en-US"/>
              <a:t>Generate 20 birthdays (random numbers between 1 and 365)</a:t>
            </a:r>
            <a:endParaRPr lang="en-US"/>
          </a:p>
          <a:p>
            <a:pPr lvl="2"/>
            <a:r>
              <a:rPr lang="en-US"/>
              <a:t>Check if there is atleast one birthday repeated in the 20</a:t>
            </a:r>
            <a:endParaRPr lang="en-US"/>
          </a:p>
          <a:p>
            <a:pPr lvl="1"/>
            <a:r>
              <a:rPr lang="en-US"/>
              <a:t>After all simulations complete, calculate</a:t>
            </a:r>
            <a:endParaRPr lang="en-US"/>
          </a:p>
          <a:p>
            <a:pPr lvl="2"/>
            <a:r>
              <a:rPr lang="en-US"/>
              <a:t># of simulations with birthdays repeated / 1000</a:t>
            </a:r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Next repeat for your class strength - and check if thee results match reality</a:t>
            </a:r>
            <a:endParaRPr 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496</Words>
  <Application>WPS Presentation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SimSun</vt:lpstr>
      <vt:lpstr>Wingdings</vt:lpstr>
      <vt:lpstr>Wingdings</vt:lpstr>
      <vt:lpstr>Microsoft YaHei</vt:lpstr>
      <vt:lpstr>汉仪旗黑</vt:lpstr>
      <vt:lpstr>Arial Unicode MS</vt:lpstr>
      <vt:lpstr>Calibri</vt:lpstr>
      <vt:lpstr>Helvetica Neue</vt:lpstr>
      <vt:lpstr>宋体-简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Birthday Problem</dc:title>
  <dc:creator>vipar</dc:creator>
  <cp:lastModifiedBy>Brinda Dorairaj</cp:lastModifiedBy>
  <cp:revision>1</cp:revision>
  <dcterms:created xsi:type="dcterms:W3CDTF">2026-09-10T04:46:59Z</dcterms:created>
  <dcterms:modified xsi:type="dcterms:W3CDTF">2026-09-10T04:46:59Z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1033-12.1.26015.26015</vt:lpwstr>
  </property>
  <property fmtid="{D5CDD505-2E9C-101B-9397-08002B2CF9AE}" pid="3" name="ICV">
    <vt:lpwstr>5678ADAD3ED08185B534A26AF0696A26_41</vt:lpwstr>
  </property>
</Properties>
</file>