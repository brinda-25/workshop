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2"/>
    <p:sldId id="264" r:id="rId3"/>
    <p:sldId id="257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780" y="5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25-Jul-26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25-Jul-26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25-Jul-26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25-Jul-26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text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25-Jul-26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25-Jul-26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25-Jul-26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  <a:t>25-Jul-26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/>
              <a:t>Click to edit title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25-Jul-26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25-Jul-26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  <a:t>25-Jul-26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/>
              <a:t>Click to edit title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  <a:t>25-Jul-26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  <a:t>‹#›</a:t>
            </a:fld>
            <a:endParaRPr 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6.xml"/><Relationship Id="rId1" Type="http://schemas.openxmlformats.org/officeDocument/2006/relationships/tags" Target="../tags/tag6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4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/>
              <a:t>The Gumball Experiment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/>
              <a:t>An Exercise in Estimation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>
                <a:sym typeface="+mn-ea"/>
              </a:rPr>
              <a:t>How many gumballs do you see ?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/>
              <a:t>How many gumballs do you see ?</a:t>
            </a:r>
          </a:p>
        </p:txBody>
      </p:sp>
      <p:pic>
        <p:nvPicPr>
          <p:cNvPr id="5" name="Picture 4" descr="gumball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2546350" y="-373380"/>
            <a:ext cx="4745355" cy="84385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nodeType="withEffect">
                                  <p:stCondLst>
                                    <p:cond delay="10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/>
              <a:t>And the correct answer is 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16600" dirty="0">
                <a:solidFill>
                  <a:schemeClr val="bg1"/>
                </a:solidFill>
              </a:rPr>
              <a:t>122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</Words>
  <Application>Microsoft Office PowerPoint</Application>
  <PresentationFormat>Widescreen</PresentationFormat>
  <Paragraphs>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Wingdings</vt:lpstr>
      <vt:lpstr>WPS</vt:lpstr>
      <vt:lpstr>The Gumball Experiment</vt:lpstr>
      <vt:lpstr>How many gumballs do you see ?</vt:lpstr>
      <vt:lpstr>How many gumballs do you see ?</vt:lpstr>
      <vt:lpstr>And the correct answer is ...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many gumballs do you see ?</dc:title>
  <dc:creator>vipar</dc:creator>
  <cp:lastModifiedBy>Brinda Dorairaj</cp:lastModifiedBy>
  <cp:revision>8</cp:revision>
  <dcterms:created xsi:type="dcterms:W3CDTF">2026-07-15T09:26:27Z</dcterms:created>
  <dcterms:modified xsi:type="dcterms:W3CDTF">2026-07-25T11:55:40Z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2021F70452A08250E61C326AD6A6B48A_41</vt:lpwstr>
  </property>
</Properties>
</file>