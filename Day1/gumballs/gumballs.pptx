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How many gumballs do you see ?</a:t>
            </a:r>
            <a:endParaRPr lang="en-US"/>
          </a:p>
        </p:txBody>
      </p:sp>
      <p:pic>
        <p:nvPicPr>
          <p:cNvPr id="5" name="Picture 4" descr="gumbal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546350" y="-373380"/>
            <a:ext cx="4745355" cy="84385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How many gumballs do you see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many gumballs do you see ?</dc:title>
  <dc:creator>vipar</dc:creator>
  <cp:lastModifiedBy>Brinda Dorairaj</cp:lastModifiedBy>
  <cp:revision>2</cp:revision>
  <dcterms:created xsi:type="dcterms:W3CDTF">2026-07-08T05:59:42Z</dcterms:created>
  <dcterms:modified xsi:type="dcterms:W3CDTF">2026-07-08T05:59:42Z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2021F70452A08250E61C326AD6A6B48A_41</vt:lpwstr>
  </property>
</Properties>
</file>