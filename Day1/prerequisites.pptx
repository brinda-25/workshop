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8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65500"/>
            <a:ext cx="10969200" cy="705600"/>
          </a:xfrm>
        </p:spPr>
        <p:txBody>
          <a:bodyPr/>
          <a:p>
            <a:r>
              <a:rPr lang="en-US">
                <a:sym typeface="+mn-ea"/>
              </a:rPr>
              <a:t>Pre-Requisites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970280"/>
            <a:ext cx="10968990" cy="4936490"/>
          </a:xfrm>
        </p:spPr>
        <p:txBody>
          <a:bodyPr>
            <a:noAutofit/>
          </a:bodyPr>
          <a:p>
            <a:pPr>
              <a:buFont typeface="Arial" panose="020B0604020202090204" pitchFamily="34" charset="0"/>
              <a:buChar char="•"/>
            </a:pPr>
            <a:r>
              <a:rPr lang="en-US" sz="2000"/>
              <a:t>Ensure you have a Google / Gmail Id</a:t>
            </a:r>
            <a:endParaRPr lang="en-US" sz="2000"/>
          </a:p>
          <a:p>
            <a:pPr lvl="1">
              <a:buFont typeface="Arial" panose="020B0604020202090204" pitchFamily="34" charset="0"/>
              <a:buChar char="•"/>
            </a:pPr>
            <a:r>
              <a:rPr lang="en-US" sz="1800"/>
              <a:t>This will be used to sign-into Google Forms to take short surveys and quizzes</a:t>
            </a:r>
            <a:endParaRPr lang="en-US" sz="1800"/>
          </a:p>
          <a:p>
            <a:pPr lvl="1">
              <a:buFont typeface="Arial" panose="020B0604020202090204" pitchFamily="34" charset="0"/>
              <a:buChar char="•"/>
            </a:pPr>
            <a:endParaRPr lang="en-US" sz="1800"/>
          </a:p>
          <a:p>
            <a:pPr>
              <a:buFont typeface="Arial" panose="020B0604020202090204" pitchFamily="34" charset="0"/>
              <a:buChar char="•"/>
            </a:pPr>
            <a:r>
              <a:rPr lang="en-US" sz="2000"/>
              <a:t>Ensure you have access to github</a:t>
            </a:r>
            <a:endParaRPr lang="en-US" sz="2000"/>
          </a:p>
          <a:p>
            <a:pPr lvl="1">
              <a:buFont typeface="Arial" panose="020B0604020202090204" pitchFamily="34" charset="0"/>
              <a:buChar char="•"/>
            </a:pPr>
            <a:r>
              <a:rPr lang="en-US" sz="1800"/>
              <a:t>Github Repo details will be provided during the program</a:t>
            </a:r>
            <a:endParaRPr lang="en-US" sz="1800"/>
          </a:p>
          <a:p>
            <a:pPr marL="457200" lvl="1" indent="0">
              <a:buFont typeface="Arial" panose="020B0604020202090204" pitchFamily="34" charset="0"/>
              <a:buNone/>
            </a:pPr>
            <a:endParaRPr lang="en-US" sz="1800"/>
          </a:p>
          <a:p>
            <a:pPr>
              <a:buFont typeface="Arial" panose="020B0604020202090204" pitchFamily="34" charset="0"/>
              <a:buChar char="•"/>
            </a:pPr>
            <a:r>
              <a:rPr lang="en-US" sz="2000"/>
              <a:t>Bring your laptop - Make sure you have Python3 installed</a:t>
            </a:r>
            <a:endParaRPr lang="en-US" sz="2000"/>
          </a:p>
          <a:p>
            <a:pPr lvl="1">
              <a:buFont typeface="Arial" panose="020B0604020202090204" pitchFamily="34" charset="0"/>
              <a:buChar char="•"/>
            </a:pPr>
            <a:r>
              <a:rPr lang="en-US" sz="1800"/>
              <a:t>Alternatively, you may use an Online Python Notebooks</a:t>
            </a:r>
            <a:endParaRPr lang="en-US" sz="1800"/>
          </a:p>
          <a:p>
            <a:pPr lvl="1">
              <a:buFont typeface="Arial" panose="020B0604020202090204" pitchFamily="34" charset="0"/>
              <a:buChar char="•"/>
            </a:pPr>
            <a:endParaRPr lang="en-US" sz="1800"/>
          </a:p>
          <a:p>
            <a:pPr>
              <a:buFont typeface="Arial" panose="020B0604020202090204" pitchFamily="34" charset="0"/>
              <a:buChar char="•"/>
            </a:pPr>
            <a:r>
              <a:rPr lang="en-US" sz="2000"/>
              <a:t>Turn OFF Vibe Coding for the best experience</a:t>
            </a:r>
            <a:endParaRPr lang="en-US" sz="2000"/>
          </a:p>
          <a:p>
            <a:pPr>
              <a:buFont typeface="Arial" panose="020B0604020202090204" pitchFamily="34" charset="0"/>
              <a:buChar char="•"/>
            </a:pPr>
            <a:endParaRPr lang="en-US" sz="2000"/>
          </a:p>
          <a:p>
            <a:pPr>
              <a:buFont typeface="Arial" panose="020B0604020202090204" pitchFamily="34" charset="0"/>
              <a:buChar char="•"/>
            </a:pPr>
            <a:r>
              <a:rPr lang="en-US" sz="2000"/>
              <a:t>Make sure you have internet connectivity on your laptop throughout the program</a:t>
            </a:r>
            <a:endParaRPr lang="en-US" sz="2000"/>
          </a:p>
          <a:p>
            <a:endParaRPr lang="en-US" sz="20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>
                <a:sym typeface="+mn-ea"/>
              </a:rPr>
              <a:t>Gitgub Repo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273175"/>
            <a:ext cx="11423650" cy="94107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3200"/>
              <a:t>https://github.com/vipar-11/workshop</a:t>
            </a:r>
            <a:endParaRPr lang="en-US" altLang="en-US" sz="3200"/>
          </a:p>
          <a:p>
            <a:pPr marL="0" indent="0">
              <a:buNone/>
            </a:pPr>
            <a:endParaRPr lang="en-US" altLang="en-US" sz="3200"/>
          </a:p>
        </p:txBody>
      </p:sp>
      <p:pic>
        <p:nvPicPr>
          <p:cNvPr id="4" name="Picture 3" descr="Screenshot 2026-07-17 at 8.43.33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90" y="2143760"/>
            <a:ext cx="11278235" cy="15386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Screenshot 2026-07-17 at 8.45.04 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" y="3839845"/>
            <a:ext cx="7357110" cy="28860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</Words>
  <Application>WPS Presentation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SimSun</vt:lpstr>
      <vt:lpstr>Wingdings</vt:lpstr>
      <vt:lpstr>Wingdings</vt:lpstr>
      <vt:lpstr>Microsoft YaHei</vt:lpstr>
      <vt:lpstr>汉仪旗黑</vt:lpstr>
      <vt:lpstr>Arial Unicode MS</vt:lpstr>
      <vt:lpstr>Calibri</vt:lpstr>
      <vt:lpstr>Helvetica Neue</vt:lpstr>
      <vt:lpstr>宋体-简</vt:lpstr>
      <vt:lpstr>WPS</vt:lpstr>
      <vt:lpstr>Pre-Requisites</vt:lpstr>
      <vt:lpstr>Pre-Requisites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many gumballs do you see ?</dc:title>
  <dc:creator>vipar</dc:creator>
  <cp:lastModifiedBy>vipar</cp:lastModifiedBy>
  <cp:revision>15</cp:revision>
  <dcterms:created xsi:type="dcterms:W3CDTF">2026-07-17T03:20:28Z</dcterms:created>
  <dcterms:modified xsi:type="dcterms:W3CDTF">2026-07-17T03:20:28Z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538E191801E5EB342A30576AB27664F3_43</vt:lpwstr>
  </property>
</Properties>
</file>