
<file path=[Content_Types].xml><?xml version="1.0" encoding="utf-8"?>
<Types xmlns="http://schemas.openxmlformats.org/package/2006/content-types">
  <Default Extension="jpeg" ContentType="image/jpeg"/>
  <Default Extension="JPG" ContentType="image/.jp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60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38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  <a:srgbClr val="DCDCDC"/>
    <a:srgbClr val="F0F0F0"/>
    <a:srgbClr val="E6E6E6"/>
    <a:srgbClr val="C8C8C8"/>
    <a:srgbClr val="FAFAFA"/>
    <a:srgbClr val="BEBEB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778" autoAdjust="0"/>
    <p:restoredTop sz="94660"/>
  </p:normalViewPr>
  <p:slideViewPr>
    <p:cSldViewPr snapToGrid="0" showGuides="1">
      <p:cViewPr varScale="1">
        <p:scale>
          <a:sx n="99" d="100"/>
          <a:sy n="99" d="100"/>
        </p:scale>
        <p:origin x="84" y="582"/>
      </p:cViewPr>
      <p:guideLst>
        <p:guide orient="horz" pos="2160"/>
        <p:guide pos="3838"/>
      </p:guideLst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92" d="100"/>
          <a:sy n="92" d="100"/>
        </p:scale>
        <p:origin x="2550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6" Type="http://schemas.openxmlformats.org/officeDocument/2006/relationships/tableStyles" Target="tableStyles.xml"/><Relationship Id="rId5" Type="http://schemas.openxmlformats.org/officeDocument/2006/relationships/viewProps" Target="viewProps.xml"/><Relationship Id="rId4" Type="http://schemas.openxmlformats.org/officeDocument/2006/relationships/presProps" Target="presProps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6" Type="http://schemas.openxmlformats.org/officeDocument/2006/relationships/tags" Target="../tags/tag5.xml"/><Relationship Id="rId5" Type="http://schemas.openxmlformats.org/officeDocument/2006/relationships/tags" Target="../tags/tag4.xml"/><Relationship Id="rId4" Type="http://schemas.openxmlformats.org/officeDocument/2006/relationships/tags" Target="../tags/tag3.xml"/><Relationship Id="rId3" Type="http://schemas.openxmlformats.org/officeDocument/2006/relationships/tags" Target="../tags/tag2.xml"/><Relationship Id="rId2" Type="http://schemas.openxmlformats.org/officeDocument/2006/relationships/tags" Target="../tags/tag1.xml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6" Type="http://schemas.openxmlformats.org/officeDocument/2006/relationships/tags" Target="../tags/tag10.xml"/><Relationship Id="rId5" Type="http://schemas.openxmlformats.org/officeDocument/2006/relationships/tags" Target="../tags/tag9.xml"/><Relationship Id="rId4" Type="http://schemas.openxmlformats.org/officeDocument/2006/relationships/tags" Target="../tags/tag8.xml"/><Relationship Id="rId3" Type="http://schemas.openxmlformats.org/officeDocument/2006/relationships/tags" Target="../tags/tag7.xml"/><Relationship Id="rId2" Type="http://schemas.openxmlformats.org/officeDocument/2006/relationships/tags" Target="../tags/tag6.xml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6" Type="http://schemas.openxmlformats.org/officeDocument/2006/relationships/tags" Target="../tags/tag15.xml"/><Relationship Id="rId5" Type="http://schemas.openxmlformats.org/officeDocument/2006/relationships/tags" Target="../tags/tag14.xml"/><Relationship Id="rId4" Type="http://schemas.openxmlformats.org/officeDocument/2006/relationships/tags" Target="../tags/tag13.xml"/><Relationship Id="rId3" Type="http://schemas.openxmlformats.org/officeDocument/2006/relationships/tags" Target="../tags/tag12.xml"/><Relationship Id="rId2" Type="http://schemas.openxmlformats.org/officeDocument/2006/relationships/tags" Target="../tags/tag11.xml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7" Type="http://schemas.openxmlformats.org/officeDocument/2006/relationships/tags" Target="../tags/tag21.xml"/><Relationship Id="rId6" Type="http://schemas.openxmlformats.org/officeDocument/2006/relationships/tags" Target="../tags/tag20.xml"/><Relationship Id="rId5" Type="http://schemas.openxmlformats.org/officeDocument/2006/relationships/tags" Target="../tags/tag19.xml"/><Relationship Id="rId4" Type="http://schemas.openxmlformats.org/officeDocument/2006/relationships/tags" Target="../tags/tag18.xml"/><Relationship Id="rId3" Type="http://schemas.openxmlformats.org/officeDocument/2006/relationships/tags" Target="../tags/tag17.xml"/><Relationship Id="rId2" Type="http://schemas.openxmlformats.org/officeDocument/2006/relationships/tags" Target="../tags/tag16.xml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9" Type="http://schemas.openxmlformats.org/officeDocument/2006/relationships/tags" Target="../tags/tag29.xml"/><Relationship Id="rId8" Type="http://schemas.openxmlformats.org/officeDocument/2006/relationships/tags" Target="../tags/tag28.xml"/><Relationship Id="rId7" Type="http://schemas.openxmlformats.org/officeDocument/2006/relationships/tags" Target="../tags/tag27.xml"/><Relationship Id="rId6" Type="http://schemas.openxmlformats.org/officeDocument/2006/relationships/tags" Target="../tags/tag26.xml"/><Relationship Id="rId5" Type="http://schemas.openxmlformats.org/officeDocument/2006/relationships/tags" Target="../tags/tag25.xml"/><Relationship Id="rId4" Type="http://schemas.openxmlformats.org/officeDocument/2006/relationships/tags" Target="../tags/tag24.xml"/><Relationship Id="rId3" Type="http://schemas.openxmlformats.org/officeDocument/2006/relationships/tags" Target="../tags/tag23.xml"/><Relationship Id="rId2" Type="http://schemas.openxmlformats.org/officeDocument/2006/relationships/tags" Target="../tags/tag22.xml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5" Type="http://schemas.openxmlformats.org/officeDocument/2006/relationships/tags" Target="../tags/tag33.xml"/><Relationship Id="rId4" Type="http://schemas.openxmlformats.org/officeDocument/2006/relationships/tags" Target="../tags/tag32.xml"/><Relationship Id="rId3" Type="http://schemas.openxmlformats.org/officeDocument/2006/relationships/tags" Target="../tags/tag31.xml"/><Relationship Id="rId2" Type="http://schemas.openxmlformats.org/officeDocument/2006/relationships/tags" Target="../tags/tag30.xml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4" Type="http://schemas.openxmlformats.org/officeDocument/2006/relationships/tags" Target="../tags/tag36.xml"/><Relationship Id="rId3" Type="http://schemas.openxmlformats.org/officeDocument/2006/relationships/tags" Target="../tags/tag35.xml"/><Relationship Id="rId2" Type="http://schemas.openxmlformats.org/officeDocument/2006/relationships/tags" Target="../tags/tag34.xml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7" Type="http://schemas.openxmlformats.org/officeDocument/2006/relationships/tags" Target="../tags/tag42.xml"/><Relationship Id="rId6" Type="http://schemas.openxmlformats.org/officeDocument/2006/relationships/tags" Target="../tags/tag41.xml"/><Relationship Id="rId5" Type="http://schemas.openxmlformats.org/officeDocument/2006/relationships/tags" Target="../tags/tag40.xml"/><Relationship Id="rId4" Type="http://schemas.openxmlformats.org/officeDocument/2006/relationships/tags" Target="../tags/tag39.xml"/><Relationship Id="rId3" Type="http://schemas.openxmlformats.org/officeDocument/2006/relationships/tags" Target="../tags/tag38.xml"/><Relationship Id="rId2" Type="http://schemas.openxmlformats.org/officeDocument/2006/relationships/tags" Target="../tags/tag37.xml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6" Type="http://schemas.openxmlformats.org/officeDocument/2006/relationships/tags" Target="../tags/tag47.xml"/><Relationship Id="rId5" Type="http://schemas.openxmlformats.org/officeDocument/2006/relationships/tags" Target="../tags/tag46.xml"/><Relationship Id="rId4" Type="http://schemas.openxmlformats.org/officeDocument/2006/relationships/tags" Target="../tags/tag45.xml"/><Relationship Id="rId3" Type="http://schemas.openxmlformats.org/officeDocument/2006/relationships/tags" Target="../tags/tag44.xml"/><Relationship Id="rId2" Type="http://schemas.openxmlformats.org/officeDocument/2006/relationships/tags" Target="../tags/tag43.xml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5" Type="http://schemas.openxmlformats.org/officeDocument/2006/relationships/tags" Target="../tags/tag51.xml"/><Relationship Id="rId4" Type="http://schemas.openxmlformats.org/officeDocument/2006/relationships/tags" Target="../tags/tag50.xml"/><Relationship Id="rId3" Type="http://schemas.openxmlformats.org/officeDocument/2006/relationships/tags" Target="../tags/tag49.xml"/><Relationship Id="rId2" Type="http://schemas.openxmlformats.org/officeDocument/2006/relationships/tags" Target="../tags/tag48.xml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6" Type="http://schemas.openxmlformats.org/officeDocument/2006/relationships/tags" Target="../tags/tag56.xml"/><Relationship Id="rId5" Type="http://schemas.openxmlformats.org/officeDocument/2006/relationships/tags" Target="../tags/tag55.xml"/><Relationship Id="rId4" Type="http://schemas.openxmlformats.org/officeDocument/2006/relationships/tags" Target="../tags/tag54.xml"/><Relationship Id="rId3" Type="http://schemas.openxmlformats.org/officeDocument/2006/relationships/tags" Target="../tags/tag53.xml"/><Relationship Id="rId2" Type="http://schemas.openxmlformats.org/officeDocument/2006/relationships/tags" Target="../tags/tag52.xml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  <p:custDataLst>
              <p:tags r:id="rId2"/>
            </p:custDataLst>
          </p:nvPr>
        </p:nvSpPr>
        <p:spPr>
          <a:xfrm>
            <a:off x="1198800" y="914400"/>
            <a:ext cx="9799200" cy="2570400"/>
          </a:xfrm>
        </p:spPr>
        <p:txBody>
          <a:bodyPr lIns="90000" tIns="46800" rIns="90000" bIns="46800" anchor="b" anchorCtr="0">
            <a:normAutofit/>
          </a:bodyPr>
          <a:lstStyle>
            <a:lvl1pPr algn="ctr">
              <a:defRPr sz="6000"/>
            </a:lvl1pPr>
          </a:lstStyle>
          <a:p>
            <a:r>
              <a:rPr lang="en-US" dirty="0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  <p:custDataLst>
              <p:tags r:id="rId3"/>
            </p:custDataLst>
          </p:nvPr>
        </p:nvSpPr>
        <p:spPr>
          <a:xfrm>
            <a:off x="1198800" y="3560400"/>
            <a:ext cx="9799200" cy="1472400"/>
          </a:xfrm>
        </p:spPr>
        <p:txBody>
          <a:bodyPr lIns="90000" tIns="46800" rIns="90000" bIns="46800">
            <a:normAutofit/>
          </a:bodyPr>
          <a:lstStyle>
            <a:lvl1pPr marL="0" indent="0" algn="ctr">
              <a:lnSpc>
                <a:spcPct val="110000"/>
              </a:lnSpc>
              <a:buNone/>
              <a:defRPr sz="2400" spc="2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  <a:endParaRPr lang="en-US" dirty="0"/>
          </a:p>
        </p:txBody>
      </p:sp>
      <p:sp>
        <p:nvSpPr>
          <p:cNvPr id="16" name="Date Placeholder 15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17" name="Footer Placeholder 16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8" name="Slide Number Placeholder 17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  <p:custDataLst>
              <p:tags r:id="rId3"/>
            </p:custDataLst>
          </p:nvPr>
        </p:nvSpPr>
        <p:spPr>
          <a:xfrm>
            <a:off x="608400" y="1490400"/>
            <a:ext cx="10969200" cy="4759200"/>
          </a:xfr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  <p:custDataLst>
              <p:tags r:id="rId2"/>
            </p:custDataLst>
          </p:nvPr>
        </p:nvSpPr>
        <p:spPr>
          <a:xfrm>
            <a:off x="1990800" y="3848400"/>
            <a:ext cx="7768800" cy="766800"/>
          </a:xfrm>
        </p:spPr>
        <p:txBody>
          <a:bodyPr lIns="90000" tIns="46800" rIns="90000" bIns="46800" anchor="b" anchorCtr="0">
            <a:normAutofit/>
          </a:bodyPr>
          <a:lstStyle>
            <a:lvl1pPr>
              <a:defRPr sz="4400"/>
            </a:lvl1pPr>
          </a:lstStyle>
          <a:p>
            <a:r>
              <a:rPr lang="en-US" dirty="0"/>
              <a:t>Click to edit title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1990800" y="4615200"/>
            <a:ext cx="7768800" cy="867600"/>
          </a:xfrm>
        </p:spPr>
        <p:txBody>
          <a:bodyPr lIns="90000" tIns="46800" rIns="90000" bIns="46800">
            <a:normAutofit/>
          </a:bodyPr>
          <a:lstStyle>
            <a:lvl1pPr marL="0" indent="0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text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  <p:custDataLst>
              <p:tags r:id="rId3"/>
            </p:custDataLst>
          </p:nvPr>
        </p:nvSpPr>
        <p:spPr>
          <a:xfrm>
            <a:off x="608400" y="1501200"/>
            <a:ext cx="5176800" cy="4748400"/>
          </a:xfr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411600" y="1501200"/>
            <a:ext cx="5176800" cy="4748400"/>
          </a:xfrm>
        </p:spPr>
        <p:txBody>
          <a:bodyPr lIns="90000" tIns="46800" rIns="90000" bIns="46800">
            <a:normAutofit/>
          </a:bodyPr>
          <a:lstStyle/>
          <a:p>
            <a:pPr lvl="0"/>
            <a:r>
              <a:rPr lang="en-US" dirty="0"/>
              <a:t>Click to edit Master text styles</a:t>
            </a:r>
            <a:endParaRPr lang="en-US" dirty="0"/>
          </a:p>
          <a:p>
            <a:pPr lvl="1"/>
            <a:r>
              <a:rPr lang="en-US" dirty="0"/>
              <a:t>Second level</a:t>
            </a:r>
            <a:endParaRPr lang="en-US" dirty="0"/>
          </a:p>
          <a:p>
            <a:pPr lvl="2"/>
            <a:r>
              <a:rPr lang="en-US" dirty="0"/>
              <a:t>Third level</a:t>
            </a:r>
            <a:endParaRPr lang="en-US" dirty="0"/>
          </a:p>
          <a:p>
            <a:pPr lvl="3"/>
            <a:r>
              <a:rPr lang="en-US" dirty="0"/>
              <a:t>Fourth level</a:t>
            </a:r>
            <a:endParaRPr lang="en-US" dirty="0"/>
          </a:p>
          <a:p>
            <a:pPr lvl="4"/>
            <a:r>
              <a:rPr lang="en-US" dirty="0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  <p:custDataLst>
              <p:tags r:id="rId5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  <p:custDataLst>
              <p:tags r:id="rId6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  <p:custDataLst>
              <p:tags r:id="rId7"/>
            </p:custDataLst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608400" y="1429200"/>
            <a:ext cx="5342400" cy="381600"/>
          </a:xfrm>
        </p:spPr>
        <p:txBody>
          <a:bodyPr lIns="101600" tIns="38100" rIns="76200" bIns="3810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text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0840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 hasCustomPrompt="1"/>
            <p:custDataLst>
              <p:tags r:id="rId5"/>
            </p:custDataLst>
          </p:nvPr>
        </p:nvSpPr>
        <p:spPr>
          <a:xfrm>
            <a:off x="6235750" y="1421729"/>
            <a:ext cx="5342400" cy="381600"/>
          </a:xfrm>
        </p:spPr>
        <p:txBody>
          <a:bodyPr vert="horz" lIns="101600" tIns="38100" rIns="76200" bIns="38100" rtlCol="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text</a:t>
            </a:r>
            <a:endParaRPr lang="en-US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  <p:custDataLst>
              <p:tags r:id="rId6"/>
            </p:custDataLst>
          </p:nvPr>
        </p:nvSpPr>
        <p:spPr>
          <a:xfrm>
            <a:off x="623575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  <p:custDataLst>
              <p:tags r:id="rId7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  <p:custDataLst>
              <p:tags r:id="rId8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  <p:custDataLst>
              <p:tags r:id="rId9"/>
            </p:custDataLst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/>
          <p:cNvSpPr>
            <a:spLocks noGrp="1"/>
          </p:cNvSpPr>
          <p:nvPr>
            <p:ph type="pic" idx="1"/>
            <p:custDataLst>
              <p:tags r:id="rId2"/>
            </p:custDataLst>
          </p:nvPr>
        </p:nvSpPr>
        <p:spPr>
          <a:xfrm>
            <a:off x="608400" y="1555200"/>
            <a:ext cx="5233077" cy="4608000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600"/>
            </a:lvl1pPr>
          </a:lstStyle>
          <a:p>
            <a:pPr lvl="0"/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  <p:custDataLst>
              <p:tags r:id="rId3"/>
            </p:custDataLst>
          </p:nvPr>
        </p:nvSpPr>
        <p:spPr>
          <a:xfrm>
            <a:off x="6350400" y="1555200"/>
            <a:ext cx="5227200" cy="4608000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600"/>
            </a:lvl1pPr>
          </a:lstStyle>
          <a:p>
            <a:pPr lvl="0"/>
            <a:r>
              <a:rPr lang="en-US" smtClean="0"/>
              <a:t>Click to edit Master text styles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9EFD9D74-47D9-4702-A33C-335B63B48DBF}" type="datetimeFigureOut">
              <a:rPr lang="en-US" smtClean="0"/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FABC47A4-756D-490B-A52F-7D9E2C9FC05F}" type="slidenum">
              <a:rPr lang="en-US" smtClean="0"/>
            </a:fld>
            <a:endParaRPr lang="en-US"/>
          </a:p>
        </p:txBody>
      </p:sp>
      <p:sp>
        <p:nvSpPr>
          <p:cNvPr id="9" name="Title 8"/>
          <p:cNvSpPr>
            <a:spLocks noGrp="1"/>
          </p:cNvSpPr>
          <p:nvPr>
            <p:ph type="title"/>
            <p:custDataLst>
              <p:tags r:id="rId7"/>
            </p:custDataLst>
          </p:nvPr>
        </p:nvSpPr>
        <p:spPr/>
        <p:txBody>
          <a:bodyPr/>
          <a:p>
            <a:r>
              <a:rPr lang="en-US"/>
              <a:t>Click to edit Master title style</a:t>
            </a:r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 hasCustomPrompt="1"/>
            <p:custDataLst>
              <p:tags r:id="rId2"/>
            </p:custDataLst>
          </p:nvPr>
        </p:nvSpPr>
        <p:spPr>
          <a:xfrm>
            <a:off x="10234800" y="914400"/>
            <a:ext cx="1044000" cy="5029200"/>
          </a:xfrm>
        </p:spPr>
        <p:txBody>
          <a:bodyPr vert="eaVert" lIns="90000" tIns="46800" rIns="90000" bIns="46800" rtlCol="0" anchor="ctr" anchorCtr="0">
            <a:normAutofit/>
          </a:bodyPr>
          <a:lstStyle>
            <a:lvl1pPr>
              <a:buNone/>
              <a:defRPr sz="2800"/>
            </a:lvl1pPr>
          </a:lstStyle>
          <a:p>
            <a:pPr lvl="0"/>
            <a:r>
              <a:rPr lang="en-US" smtClean="0"/>
              <a:t>Click to edit title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  <p:custDataLst>
              <p:tags r:id="rId3"/>
            </p:custDataLst>
          </p:nvPr>
        </p:nvSpPr>
        <p:spPr>
          <a:xfrm>
            <a:off x="914400" y="914400"/>
            <a:ext cx="9169200" cy="5029200"/>
          </a:xfrm>
        </p:spPr>
        <p:txBody>
          <a:bodyPr vert="eaVert" lIns="46800" tIns="46800" rIns="46800" bIns="46800"/>
          <a:lstStyle>
            <a:lvl1pPr marL="228600" indent="-228600">
              <a:spcAft>
                <a:spcPts val="1000"/>
              </a:spcAft>
              <a:defRPr spc="300"/>
            </a:lvl1pPr>
            <a:lvl2pPr marL="685800" indent="-228600">
              <a:defRPr spc="300"/>
            </a:lvl2pPr>
            <a:lvl3pPr marL="1143000" indent="-228600">
              <a:defRPr spc="300"/>
            </a:lvl3pPr>
            <a:lvl4pPr marL="1600200" indent="-228600">
              <a:defRPr spc="300"/>
            </a:lvl4pPr>
            <a:lvl5pPr marL="2057400" indent="-228600">
              <a:defRPr spc="300"/>
            </a:lvl5pPr>
          </a:lstStyle>
          <a:p>
            <a:pPr lvl="0"/>
            <a:r>
              <a:rPr lang="en-US" dirty="0"/>
              <a:t>Click to edit Master text styles</a:t>
            </a:r>
            <a:endParaRPr lang="en-US" dirty="0"/>
          </a:p>
          <a:p>
            <a:pPr lvl="1"/>
            <a:r>
              <a:rPr lang="en-US" dirty="0"/>
              <a:t>Second level</a:t>
            </a:r>
            <a:endParaRPr lang="en-US" dirty="0"/>
          </a:p>
          <a:p>
            <a:pPr lvl="2"/>
            <a:r>
              <a:rPr lang="en-US" dirty="0"/>
              <a:t>Third level</a:t>
            </a:r>
            <a:endParaRPr lang="en-US" dirty="0"/>
          </a:p>
          <a:p>
            <a:pPr lvl="3"/>
            <a:r>
              <a:rPr lang="en-US" dirty="0"/>
              <a:t>Fourth level</a:t>
            </a:r>
            <a:endParaRPr lang="en-US" dirty="0"/>
          </a:p>
          <a:p>
            <a:pPr lvl="4"/>
            <a:r>
              <a:rPr lang="en-US" dirty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</a:fld>
            <a:endParaRPr lang="en-US"/>
          </a:p>
        </p:txBody>
      </p:sp>
      <p:sp>
        <p:nvSpPr>
          <p:cNvPr id="7" name="Content Placeholder 6"/>
          <p:cNvSpPr>
            <a:spLocks noGrp="1"/>
          </p:cNvSpPr>
          <p:nvPr>
            <p:ph sz="quarter" idx="13"/>
            <p:custDataLst>
              <p:tags r:id="rId5"/>
            </p:custDataLst>
          </p:nvPr>
        </p:nvSpPr>
        <p:spPr>
          <a:xfrm>
            <a:off x="608400" y="774000"/>
            <a:ext cx="10972800" cy="5482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  <a:endParaRPr lang="en-US" dirty="0"/>
          </a:p>
          <a:p>
            <a:pPr lvl="1"/>
            <a:r>
              <a:rPr lang="en-US" dirty="0"/>
              <a:t>Second level</a:t>
            </a:r>
            <a:endParaRPr lang="en-US" dirty="0"/>
          </a:p>
          <a:p>
            <a:pPr lvl="2"/>
            <a:r>
              <a:rPr lang="en-US" dirty="0"/>
              <a:t>Third level</a:t>
            </a:r>
            <a:endParaRPr lang="en-US" dirty="0"/>
          </a:p>
          <a:p>
            <a:pPr lvl="3"/>
            <a:r>
              <a:rPr lang="en-US" dirty="0"/>
              <a:t>Fourth level</a:t>
            </a:r>
            <a:endParaRPr lang="en-US" dirty="0"/>
          </a:p>
          <a:p>
            <a:pPr lvl="4"/>
            <a:r>
              <a:rPr lang="en-US" dirty="0"/>
              <a:t>Fifth level</a:t>
            </a:r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s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</a:fld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  <p:custDataLst>
              <p:tags r:id="rId5"/>
            </p:custDataLst>
          </p:nvPr>
        </p:nvSpPr>
        <p:spPr>
          <a:xfrm>
            <a:off x="1198800" y="2484000"/>
            <a:ext cx="9799200" cy="1018800"/>
          </a:xfrm>
        </p:spPr>
        <p:txBody>
          <a:bodyPr vert="horz" lIns="90000" tIns="46800" rIns="90000" bIns="46800" rtlCol="0" anchor="t" anchorCtr="0">
            <a:normAutofit/>
          </a:bodyPr>
          <a:lstStyle>
            <a:lvl1pPr algn="ctr">
              <a:defRPr sz="6000"/>
            </a:lvl1pPr>
          </a:lstStyle>
          <a:p>
            <a:pPr lvl="0"/>
            <a:r>
              <a:rPr lang="en-US" smtClean="0"/>
              <a:t>Click to edit title</a:t>
            </a:r>
            <a:endParaRPr lang="en-US"/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13"/>
            <p:custDataLst>
              <p:tags r:id="rId6"/>
            </p:custDataLst>
          </p:nvPr>
        </p:nvSpPr>
        <p:spPr>
          <a:xfrm>
            <a:off x="1198800" y="3560400"/>
            <a:ext cx="9799200" cy="471600"/>
          </a:xfrm>
        </p:spPr>
        <p:txBody>
          <a:bodyPr lIns="90000" tIns="46800" rIns="90000" bIns="46800">
            <a:normAutofit/>
          </a:bodyPr>
          <a:lstStyle>
            <a:lvl1pPr algn="ctr">
              <a:lnSpc>
                <a:spcPct val="110000"/>
              </a:lnSpc>
              <a:buNone/>
              <a:defRPr sz="2400" spc="200"/>
            </a:lvl1pPr>
          </a:lstStyle>
          <a:p>
            <a:pPr lvl="0"/>
            <a:r>
              <a:rPr lang="en-US" dirty="0"/>
              <a:t>Click to edit Master text styles</a:t>
            </a:r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8" Type="http://schemas.openxmlformats.org/officeDocument/2006/relationships/theme" Target="../theme/theme1.xml"/><Relationship Id="rId17" Type="http://schemas.openxmlformats.org/officeDocument/2006/relationships/tags" Target="../tags/tag62.xml"/><Relationship Id="rId16" Type="http://schemas.openxmlformats.org/officeDocument/2006/relationships/tags" Target="../tags/tag61.xml"/><Relationship Id="rId15" Type="http://schemas.openxmlformats.org/officeDocument/2006/relationships/tags" Target="../tags/tag60.xml"/><Relationship Id="rId14" Type="http://schemas.openxmlformats.org/officeDocument/2006/relationships/tags" Target="../tags/tag59.xml"/><Relationship Id="rId13" Type="http://schemas.openxmlformats.org/officeDocument/2006/relationships/tags" Target="../tags/tag58.xml"/><Relationship Id="rId12" Type="http://schemas.openxmlformats.org/officeDocument/2006/relationships/tags" Target="../tags/tag57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  <p:custDataLst>
              <p:tags r:id="rId12"/>
            </p:custDataLst>
          </p:nvPr>
        </p:nvSpPr>
        <p:spPr>
          <a:xfrm>
            <a:off x="608400" y="608400"/>
            <a:ext cx="10969200" cy="705600"/>
          </a:xfrm>
          <a:prstGeom prst="rect">
            <a:avLst/>
          </a:prstGeom>
        </p:spPr>
        <p:txBody>
          <a:bodyPr vert="horz" lIns="90170" tIns="46990" rIns="90170" bIns="46990" rtlCol="0" anchor="ctr" anchorCtr="0">
            <a:normAutofit/>
          </a:bodyPr>
          <a:lstStyle/>
          <a:p>
            <a:r>
              <a:rPr lang="en-US" dirty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  <p:custDataLst>
              <p:tags r:id="rId13"/>
            </p:custDataLst>
          </p:nvPr>
        </p:nvSpPr>
        <p:spPr>
          <a:xfrm>
            <a:off x="608400" y="1490400"/>
            <a:ext cx="10969200" cy="4759200"/>
          </a:xfrm>
          <a:prstGeom prst="rect">
            <a:avLst/>
          </a:prstGeo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  <a:endParaRPr lang="en-US" dirty="0"/>
          </a:p>
          <a:p>
            <a:pPr lvl="1"/>
            <a:r>
              <a:rPr lang="en-US" dirty="0"/>
              <a:t>Second level</a:t>
            </a:r>
            <a:endParaRPr lang="en-US" dirty="0"/>
          </a:p>
          <a:p>
            <a:pPr lvl="2"/>
            <a:r>
              <a:rPr lang="en-US" dirty="0"/>
              <a:t>Third level</a:t>
            </a:r>
            <a:endParaRPr lang="en-US" dirty="0"/>
          </a:p>
          <a:p>
            <a:pPr lvl="3"/>
            <a:r>
              <a:rPr lang="en-US" dirty="0"/>
              <a:t>Fourth level</a:t>
            </a:r>
            <a:endParaRPr lang="en-US" dirty="0"/>
          </a:p>
          <a:p>
            <a:pPr lvl="4"/>
            <a:r>
              <a:rPr lang="en-US" dirty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  <p:custDataLst>
              <p:tags r:id="rId14"/>
            </p:custDataLst>
          </p:nvPr>
        </p:nvSpPr>
        <p:spPr>
          <a:xfrm>
            <a:off x="6120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  <p:custDataLst>
              <p:tags r:id="rId15"/>
            </p:custDataLst>
          </p:nvPr>
        </p:nvSpPr>
        <p:spPr>
          <a:xfrm>
            <a:off x="4116000" y="6314400"/>
            <a:ext cx="396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  <p:custDataLst>
              <p:tags r:id="rId16"/>
            </p:custDataLst>
          </p:nvPr>
        </p:nvSpPr>
        <p:spPr>
          <a:xfrm>
            <a:off x="88776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rPr lang="en-US" smtClean="0"/>
            </a:fld>
            <a:endParaRPr lang="en-US" dirty="0"/>
          </a:p>
        </p:txBody>
      </p:sp>
    </p:spTree>
    <p:custDataLst>
      <p:tags r:id="rId17"/>
    </p:custData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fontAlgn="auto" latinLnBrk="0" hangingPunct="1">
        <a:lnSpc>
          <a:spcPct val="100000"/>
        </a:lnSpc>
        <a:spcBef>
          <a:spcPct val="0"/>
        </a:spcBef>
        <a:buNone/>
        <a:defRPr sz="3600" b="0" u="none" strike="noStrike" kern="1200" cap="none" spc="300" normalizeH="0" baseline="0">
          <a:solidFill>
            <a:schemeClr val="tx1">
              <a:lumMod val="85000"/>
              <a:lumOff val="15000"/>
            </a:schemeClr>
          </a:solidFill>
          <a:uFillTx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fontAlgn="auto" latinLnBrk="0" hangingPunct="1">
        <a:lnSpc>
          <a:spcPct val="130000"/>
        </a:lnSpc>
        <a:spcBef>
          <a:spcPts val="0"/>
        </a:spcBef>
        <a:spcAft>
          <a:spcPts val="1000"/>
        </a:spcAft>
        <a:buFont typeface="Arial" panose="020B0604020202090204" pitchFamily="34" charset="0"/>
        <a:buChar char="●"/>
        <a:defRPr sz="18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1pPr>
      <a:lvl2pPr marL="6858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90204" pitchFamily="34" charset="0"/>
        <a:buChar char="●"/>
        <a:tabLst>
          <a:tab pos="1609725" algn="l"/>
          <a:tab pos="1609725" algn="l"/>
          <a:tab pos="1609725" algn="l"/>
          <a:tab pos="1609725" algn="l"/>
        </a:tabLst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2pPr>
      <a:lvl3pPr marL="11430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90204" pitchFamily="34" charset="0"/>
        <a:buChar char="●"/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3pPr>
      <a:lvl4pPr marL="16002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Wingdings" panose="05000000000000000000" charset="0"/>
        <a:buChar char="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4pPr>
      <a:lvl5pPr marL="20574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Arial" panose="020B0604020202090204" pitchFamily="34" charset="0"/>
        <a:buChar char="•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2.xml"/><Relationship Id="rId3" Type="http://schemas.openxmlformats.org/officeDocument/2006/relationships/tags" Target="../tags/tag65.xml"/><Relationship Id="rId2" Type="http://schemas.openxmlformats.org/officeDocument/2006/relationships/tags" Target="../tags/tag64.xml"/><Relationship Id="rId1" Type="http://schemas.openxmlformats.org/officeDocument/2006/relationships/tags" Target="../tags/tag6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/>
        <p:txBody>
          <a:bodyPr/>
          <a:p>
            <a:r>
              <a:rPr lang="en-US">
                <a:sym typeface="+mn-ea"/>
              </a:rPr>
              <a:t>Pre-Requisites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  <p:custDataLst>
              <p:tags r:id="rId2"/>
            </p:custDataLst>
          </p:nvPr>
        </p:nvSpPr>
        <p:spPr/>
        <p:txBody>
          <a:bodyPr>
            <a:normAutofit fontScale="60000"/>
          </a:bodyPr>
          <a:p>
            <a:pPr>
              <a:buFont typeface="Arial" panose="020B0604020202090204" pitchFamily="34" charset="0"/>
              <a:buChar char="•"/>
            </a:pPr>
            <a:r>
              <a:rPr lang="en-US" sz="3600"/>
              <a:t>Locate github repo:</a:t>
            </a:r>
            <a:endParaRPr lang="en-US" sz="3600"/>
          </a:p>
          <a:p>
            <a:pPr marL="457200" lvl="1" indent="0">
              <a:buFont typeface="Arial" panose="020B0604020202090204" pitchFamily="34" charset="0"/>
              <a:buNone/>
            </a:pPr>
            <a:r>
              <a:rPr lang="en-US" sz="3200"/>
              <a:t>/brinda-25/workshop</a:t>
            </a:r>
            <a:endParaRPr lang="en-US" sz="3200"/>
          </a:p>
          <a:p>
            <a:pPr marL="457200" lvl="1" indent="0">
              <a:buFont typeface="Arial" panose="020B0604020202090204" pitchFamily="34" charset="0"/>
              <a:buNone/>
            </a:pPr>
            <a:endParaRPr lang="en-US" sz="3200"/>
          </a:p>
          <a:p>
            <a:pPr>
              <a:buFont typeface="Arial" panose="020B0604020202090204" pitchFamily="34" charset="0"/>
              <a:buChar char="•"/>
            </a:pPr>
            <a:r>
              <a:rPr lang="en-US" sz="3600"/>
              <a:t>Make sure you have Python3 installed</a:t>
            </a:r>
            <a:endParaRPr lang="en-US" sz="3600"/>
          </a:p>
          <a:p>
            <a:pPr lvl="1">
              <a:buFont typeface="Arial" panose="020B0604020202090204" pitchFamily="34" charset="0"/>
              <a:buChar char="•"/>
            </a:pPr>
            <a:r>
              <a:rPr lang="en-US" sz="3200"/>
              <a:t>You may use Online Python Notebooks</a:t>
            </a:r>
            <a:endParaRPr lang="en-US" sz="3200"/>
          </a:p>
          <a:p>
            <a:pPr lvl="1">
              <a:buFont typeface="Arial" panose="020B0604020202090204" pitchFamily="34" charset="0"/>
              <a:buChar char="•"/>
            </a:pPr>
            <a:endParaRPr lang="en-US" sz="3200"/>
          </a:p>
          <a:p>
            <a:pPr>
              <a:buFont typeface="Arial" panose="020B0604020202090204" pitchFamily="34" charset="0"/>
              <a:buChar char="•"/>
            </a:pPr>
            <a:r>
              <a:rPr lang="en-US" sz="3600"/>
              <a:t>Turn OFF Vibe Coding for the best experience</a:t>
            </a:r>
            <a:endParaRPr lang="en-US" sz="3600"/>
          </a:p>
          <a:p>
            <a:pPr>
              <a:buFont typeface="Arial" panose="020B0604020202090204" pitchFamily="34" charset="0"/>
              <a:buChar char="•"/>
            </a:pPr>
            <a:endParaRPr lang="en-US" sz="3600"/>
          </a:p>
          <a:p>
            <a:pPr>
              <a:buFont typeface="Arial" panose="020B0604020202090204" pitchFamily="34" charset="0"/>
              <a:buChar char="•"/>
            </a:pPr>
            <a:r>
              <a:rPr lang="en-US" sz="3600"/>
              <a:t>Make sure you have internet connectivity</a:t>
            </a:r>
            <a:endParaRPr lang="en-US" sz="3600"/>
          </a:p>
          <a:p>
            <a:endParaRPr lang="en-US" sz="3600"/>
          </a:p>
        </p:txBody>
      </p:sp>
    </p:spTree>
    <p:custDataLst>
      <p:tags r:id="rId3"/>
    </p:custData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ags/tag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3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3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4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5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5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2.xml><?xml version="1.0" encoding="utf-8"?>
<p:tagLst xmlns:p="http://schemas.openxmlformats.org/presentationml/2006/main">
  <p:tag name="KSO_WM_TEMPLATE_THUMBS_INDEX" val="1、4、7、12、13、14、15、16、17、18、20、24、25、28、33、36、40、43、44"/>
  <p:tag name="KSO_WM_TEMPLATE_SUBCATEGORY" val="19"/>
  <p:tag name="KSO_WM_TAG_VERSION" val="1.0"/>
  <p:tag name="KSO_WM_BEAUTIFY_FLAG" val="#wm#"/>
  <p:tag name="KSO_WM_TEMPLATE_CATEGORY" val="custom"/>
  <p:tag name="KSO_WM_TEMPLATE_INDEX" val="20205081"/>
  <p:tag name="KSO_WM_TEMPLATE_MASTER_TYPE" val="0"/>
  <p:tag name="KSO_WM_TEMPLATE_COLOR_TYPE" val="1"/>
  <p:tag name="KSO_WM_UNIT_SHOW_EDIT_AREA_INDICATION" val="1"/>
</p:tagLst>
</file>

<file path=ppt/tags/tag6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6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</p:tagLst>
</file>

<file path=ppt/tags/tag65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207</Words>
  <Application>WPS Sheets</Application>
  <PresentationFormat>Widescreen</PresentationFormat>
  <Paragraphs>13</Paragraphs>
  <Slides>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10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12" baseType="lpstr">
      <vt:lpstr>Arial</vt:lpstr>
      <vt:lpstr>SimSun</vt:lpstr>
      <vt:lpstr>Wingdings</vt:lpstr>
      <vt:lpstr>Wingdings</vt:lpstr>
      <vt:lpstr>Microsoft YaHei</vt:lpstr>
      <vt:lpstr>汉仪旗黑</vt:lpstr>
      <vt:lpstr>Arial Unicode MS</vt:lpstr>
      <vt:lpstr>Calibri</vt:lpstr>
      <vt:lpstr>Helvetica Neue</vt:lpstr>
      <vt:lpstr>宋体-简</vt:lpstr>
      <vt:lpstr>WPS</vt:lpstr>
      <vt:lpstr>Pre-Requisites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How many gumballs do you see ?</dc:title>
  <dc:creator>vipar</dc:creator>
  <cp:lastModifiedBy>vipar</cp:lastModifiedBy>
  <cp:revision>8</cp:revision>
  <dcterms:created xsi:type="dcterms:W3CDTF">2026-07-15T07:05:14Z</dcterms:created>
  <dcterms:modified xsi:type="dcterms:W3CDTF">2026-07-15T07:05:14Z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1033-12.1.26015.26015</vt:lpwstr>
  </property>
  <property fmtid="{D5CDD505-2E9C-101B-9397-08002B2CF9AE}" pid="3" name="ICV">
    <vt:lpwstr>538E191801E5EB342A30576AB27664F3_43</vt:lpwstr>
  </property>
</Properties>
</file>