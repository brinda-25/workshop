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>
                <a:sym typeface="+mn-ea"/>
              </a:rPr>
              <a:t>Pre-Requisites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60000"/>
          </a:bodyPr>
          <a:p>
            <a:pPr>
              <a:buFont typeface="Arial" panose="020B0604020202090204" pitchFamily="34" charset="0"/>
              <a:buChar char="•"/>
            </a:pPr>
            <a:r>
              <a:rPr lang="en-US" sz="3600"/>
              <a:t>Locate github repo:</a:t>
            </a:r>
            <a:endParaRPr lang="en-US" sz="3600"/>
          </a:p>
          <a:p>
            <a:pPr marL="457200" lvl="1" indent="0">
              <a:buFont typeface="Arial" panose="020B0604020202090204" pitchFamily="34" charset="0"/>
              <a:buNone/>
            </a:pPr>
            <a:r>
              <a:rPr lang="en-US" sz="3200"/>
              <a:t>/vipar-11/workshop</a:t>
            </a:r>
            <a:endParaRPr lang="en-US" sz="3200"/>
          </a:p>
          <a:p>
            <a:pPr marL="457200" lvl="1" indent="0">
              <a:buFont typeface="Arial" panose="020B0604020202090204" pitchFamily="34" charset="0"/>
              <a:buNone/>
            </a:pPr>
            <a:endParaRPr lang="en-US" sz="3200"/>
          </a:p>
          <a:p>
            <a:pPr>
              <a:buFont typeface="Arial" panose="020B0604020202090204" pitchFamily="34" charset="0"/>
              <a:buChar char="•"/>
            </a:pPr>
            <a:r>
              <a:rPr lang="en-US" sz="3600"/>
              <a:t>Make sure you have Python3 installed</a:t>
            </a:r>
            <a:endParaRPr lang="en-US" sz="3600"/>
          </a:p>
          <a:p>
            <a:pPr lvl="1">
              <a:buFont typeface="Arial" panose="020B0604020202090204" pitchFamily="34" charset="0"/>
              <a:buChar char="•"/>
            </a:pPr>
            <a:r>
              <a:rPr lang="en-US" sz="3200"/>
              <a:t>You may use Online Python Notebooks</a:t>
            </a:r>
            <a:endParaRPr lang="en-US" sz="3200"/>
          </a:p>
          <a:p>
            <a:pPr lvl="1">
              <a:buFont typeface="Arial" panose="020B0604020202090204" pitchFamily="34" charset="0"/>
              <a:buChar char="•"/>
            </a:pPr>
            <a:endParaRPr lang="en-US" sz="3200"/>
          </a:p>
          <a:p>
            <a:pPr>
              <a:buFont typeface="Arial" panose="020B0604020202090204" pitchFamily="34" charset="0"/>
              <a:buChar char="•"/>
            </a:pPr>
            <a:r>
              <a:rPr lang="en-US" sz="3600"/>
              <a:t>Turn OFF Vibe Coding for the best experience</a:t>
            </a:r>
            <a:endParaRPr lang="en-US" sz="3600"/>
          </a:p>
          <a:p>
            <a:pPr>
              <a:buFont typeface="Arial" panose="020B0604020202090204" pitchFamily="34" charset="0"/>
              <a:buChar char="•"/>
            </a:pPr>
            <a:endParaRPr lang="en-US" sz="3600"/>
          </a:p>
          <a:p>
            <a:pPr>
              <a:buFont typeface="Arial" panose="020B0604020202090204" pitchFamily="34" charset="0"/>
              <a:buChar char="•"/>
            </a:pPr>
            <a:r>
              <a:rPr lang="en-US" sz="3600"/>
              <a:t>Make sure you have internet connectivity</a:t>
            </a:r>
            <a:endParaRPr lang="en-US" sz="3600"/>
          </a:p>
          <a:p>
            <a:endParaRPr lang="en-US" sz="3600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</Words>
  <Application>WPS Presentation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WPS</vt:lpstr>
      <vt:lpstr>Pre-Requisites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many gumballs do you see ?</dc:title>
  <dc:creator>vipar</dc:creator>
  <cp:lastModifiedBy>vipar</cp:lastModifiedBy>
  <cp:revision>9</cp:revision>
  <dcterms:created xsi:type="dcterms:W3CDTF">2026-07-16T06:30:34Z</dcterms:created>
  <dcterms:modified xsi:type="dcterms:W3CDTF">2026-07-16T06:30:34Z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538E191801E5EB342A30576AB27664F3_43</vt:lpwstr>
  </property>
</Properties>
</file>