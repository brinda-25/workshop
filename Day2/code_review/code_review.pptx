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viewProps" Target="viewProps.xml"/><Relationship Id="rId6" Type="http://schemas.openxmlformats.org/officeDocument/2006/relationships/presProps" Target="presProps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16" name="Date Placeholder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17" name="Footer Placeholder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dirty="0"/>
              <a:t>Click to edit title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text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text</a:t>
            </a:r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en-US" smtClean="0"/>
              <a:t>Click to edit Master text styles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en-US" smtClean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en-US" smtClean="0"/>
            </a:fld>
            <a:endParaRPr lang="en-US"/>
          </a:p>
        </p:txBody>
      </p:sp>
      <p:sp>
        <p:nvSpPr>
          <p:cNvPr id="9" name="Title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en-US"/>
              <a:t>Click to edit Master title style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s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en-US" smtClean="0"/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en-US" smtClean="0"/>
              <a:t>Click to edit title</a:t>
            </a:r>
            <a:endParaRPr lang="en-US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en-US" smtClean="0"/>
            </a:fld>
            <a:endParaRPr 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9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5.xml"/><Relationship Id="rId2" Type="http://schemas.openxmlformats.org/officeDocument/2006/relationships/tags" Target="../tags/tag64.xml"/><Relationship Id="rId1" Type="http://schemas.openxmlformats.org/officeDocument/2006/relationships/tags" Target="../tags/tag63.xml"/></Relationships>
</file>

<file path=ppt/slides/_rels/slide2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68.xml"/><Relationship Id="rId2" Type="http://schemas.openxmlformats.org/officeDocument/2006/relationships/tags" Target="../tags/tag67.xml"/><Relationship Id="rId1" Type="http://schemas.openxmlformats.org/officeDocument/2006/relationships/tags" Target="../tags/tag66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2.xml"/><Relationship Id="rId3" Type="http://schemas.openxmlformats.org/officeDocument/2006/relationships/tags" Target="../tags/tag71.xml"/><Relationship Id="rId2" Type="http://schemas.openxmlformats.org/officeDocument/2006/relationships/tags" Target="../tags/tag70.xml"/><Relationship Id="rId1" Type="http://schemas.openxmlformats.org/officeDocument/2006/relationships/tags" Target="../tags/tag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Coding Assignment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/>
        <p:txBody>
          <a:bodyPr/>
          <a:p>
            <a:r>
              <a:rPr lang="en-US"/>
              <a:t>Write a simple program that either adds or multiplies two numbers</a:t>
            </a:r>
            <a:endParaRPr lang="en-US"/>
          </a:p>
          <a:p>
            <a:pPr lvl="0"/>
            <a:r>
              <a:rPr lang="en-US"/>
              <a:t>The program accepts three arguments:</a:t>
            </a:r>
            <a:endParaRPr lang="en-US"/>
          </a:p>
          <a:p>
            <a:pPr lvl="1"/>
            <a:r>
              <a:rPr lang="en-US"/>
              <a:t>Input 1 - the first number</a:t>
            </a:r>
            <a:endParaRPr lang="en-US"/>
          </a:p>
          <a:p>
            <a:pPr lvl="1"/>
            <a:r>
              <a:rPr lang="en-US"/>
              <a:t>Input 2 - the second number</a:t>
            </a:r>
            <a:endParaRPr lang="en-US"/>
          </a:p>
          <a:p>
            <a:pPr lvl="1"/>
            <a:r>
              <a:rPr lang="en-US"/>
              <a:t>Input 3 - operation: A string that takes one of two possible values - ‘+’ or ‘x’</a:t>
            </a:r>
            <a:endParaRPr lang="en-US"/>
          </a:p>
        </p:txBody>
      </p:sp>
    </p:spTree>
    <p:custDataLst>
      <p:tags r:id="rId3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Examples</a:t>
            </a:r>
            <a:endParaRPr lang="en-US"/>
          </a:p>
        </p:txBody>
      </p:sp>
      <p:graphicFrame>
        <p:nvGraphicFramePr>
          <p:cNvPr id="4" name="Content Placeholder 3"/>
          <p:cNvGraphicFramePr/>
          <p:nvPr>
            <p:ph idx="1"/>
            <p:custDataLst>
              <p:tags r:id="rId2"/>
            </p:custDataLst>
          </p:nvPr>
        </p:nvGraphicFramePr>
        <p:xfrm>
          <a:off x="608400" y="1490400"/>
          <a:ext cx="10968990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165"/>
                <a:gridCol w="2379980"/>
                <a:gridCol w="2152015"/>
                <a:gridCol w="4227830"/>
              </a:tblGrid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1 - Number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2 - Number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Input 3 - Operator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Expected Result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‘+’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1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‘x’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2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‘/’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 - Bad Input 3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800">
                          <a:sym typeface="+mn-ea"/>
                        </a:rPr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‘two’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‘+’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 - Bad Input 2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‘1’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‘+’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/>
                        <a:t>Should Fail - Bad Input 1</a:t>
                      </a:r>
                      <a:endParaRPr lang="en-US"/>
                    </a:p>
                  </a:txBody>
                  <a:tcPr/>
                </a:tc>
              </a:tr>
              <a:tr h="381000"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 sz="1800">
                          <a:sym typeface="+mn-ea"/>
                        </a:rPr>
                        <a:t>1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2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en-US"/>
                        <a:t>3</a:t>
                      </a:r>
                      <a:endParaRPr lang="en-US" altLang="en-US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sz="1800">
                          <a:sym typeface="+mn-ea"/>
                        </a:rPr>
                        <a:t>Should Fail - Bad Input 3</a:t>
                      </a:r>
                      <a:endParaRPr lang="en-US"/>
                    </a:p>
                  </a:txBody>
                  <a:tcPr/>
                </a:tc>
              </a:tr>
            </a:tbl>
          </a:graphicData>
        </a:graphic>
      </p:graphicFrame>
    </p:spTree>
    <p:custDataLst>
      <p:tags r:id="rId3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/>
        <p:txBody>
          <a:bodyPr/>
          <a:p>
            <a:r>
              <a:rPr lang="en-US"/>
              <a:t>Code Review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330" y="1242695"/>
            <a:ext cx="10968990" cy="5482590"/>
          </a:xfrm>
        </p:spPr>
        <p:txBody>
          <a:bodyPr>
            <a:noAutofit/>
          </a:bodyPr>
          <a:p>
            <a:r>
              <a:rPr lang="en-US" sz="2400"/>
              <a:t>Modularize your code into functions</a:t>
            </a:r>
            <a:endParaRPr lang="en-US" sz="2400"/>
          </a:p>
          <a:p>
            <a:r>
              <a:rPr lang="en-US" sz="2400"/>
              <a:t>Create a ‘main’ entry point to invoke your program</a:t>
            </a:r>
            <a:endParaRPr lang="en-US" sz="2400"/>
          </a:p>
          <a:p>
            <a:r>
              <a:rPr lang="en-US" sz="2400"/>
              <a:t>Avoid accepting ‘inputs’ from the terminal</a:t>
            </a:r>
            <a:endParaRPr lang="en-US" sz="2400"/>
          </a:p>
          <a:p>
            <a:r>
              <a:rPr lang="en-US" sz="2400"/>
              <a:t>Use intuitive naming conventions</a:t>
            </a:r>
            <a:endParaRPr lang="en-US" sz="2400"/>
          </a:p>
          <a:p>
            <a:r>
              <a:rPr lang="en-US" sz="2400"/>
              <a:t>Code must look pretty</a:t>
            </a:r>
            <a:endParaRPr lang="en-US" sz="2400"/>
          </a:p>
          <a:p>
            <a:r>
              <a:rPr lang="en-US" sz="2400"/>
              <a:t>Perform validation of inputs before business logic</a:t>
            </a:r>
            <a:endParaRPr lang="en-US" sz="2400"/>
          </a:p>
          <a:p>
            <a:r>
              <a:rPr lang="en-US" sz="2400"/>
              <a:t>Fail fast by raising exceptions</a:t>
            </a:r>
            <a:endParaRPr lang="en-US" sz="2400"/>
          </a:p>
          <a:p>
            <a:r>
              <a:rPr lang="en-US" sz="2400"/>
              <a:t>Return results instead of printing them</a:t>
            </a:r>
            <a:endParaRPr lang="en-US" sz="2400"/>
          </a:p>
          <a:p>
            <a:r>
              <a:rPr lang="en-US" sz="2400">
                <a:sym typeface="+mn-ea"/>
              </a:rPr>
              <a:t>Create test cases</a:t>
            </a:r>
            <a:endParaRPr lang="en-US" sz="2400">
              <a:sym typeface="+mn-ea"/>
            </a:endParaRPr>
          </a:p>
        </p:txBody>
      </p:sp>
    </p:spTree>
    <p:custDataLst>
      <p:tags r:id="rId3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3" grpId="1" build="p"/>
    </p:bldLst>
  </p:timing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5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68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ags/tag6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</p:tagLst>
</file>

<file path=ppt/tags/tag71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788</Words>
  <Application>WPS Docs</Application>
  <PresentationFormat>Widescreen</PresentationFormat>
  <Paragraphs>78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SimSun</vt:lpstr>
      <vt:lpstr>Wingdings</vt:lpstr>
      <vt:lpstr>Wingdings</vt:lpstr>
      <vt:lpstr>Microsoft YaHei</vt:lpstr>
      <vt:lpstr>汉仪旗黑</vt:lpstr>
      <vt:lpstr>Arial Unicode MS</vt:lpstr>
      <vt:lpstr>Calibri</vt:lpstr>
      <vt:lpstr>Helvetica Neue</vt:lpstr>
      <vt:lpstr>WPS</vt:lpstr>
      <vt:lpstr>Coding Assignment</vt:lpstr>
      <vt:lpstr>Examples</vt:lpstr>
      <vt:lpstr>Code Review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Code Review</dc:title>
  <dc:creator>vipar</dc:creator>
  <cp:lastModifiedBy>Brinda Dorairaj</cp:lastModifiedBy>
  <cp:revision>12</cp:revision>
  <dcterms:created xsi:type="dcterms:W3CDTF">2026-08-21T17:07:22Z</dcterms:created>
  <dcterms:modified xsi:type="dcterms:W3CDTF">2026-08-21T17:07:22Z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1033-12.1.26015.26015</vt:lpwstr>
  </property>
  <property fmtid="{D5CDD505-2E9C-101B-9397-08002B2CF9AE}" pid="3" name="ICV">
    <vt:lpwstr>1D54F0BE9576C04D07C5346A4317D0D7_41</vt:lpwstr>
  </property>
</Properties>
</file>