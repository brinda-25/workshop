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Coding Assignment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Write a simple program that either adds or multiplies two numbers</a:t>
            </a:r>
            <a:endParaRPr lang="en-US"/>
          </a:p>
          <a:p>
            <a:pPr lvl="0"/>
            <a:r>
              <a:rPr lang="en-US"/>
              <a:t>The program accepts three arguments:</a:t>
            </a:r>
            <a:endParaRPr lang="en-US"/>
          </a:p>
          <a:p>
            <a:pPr lvl="1"/>
            <a:r>
              <a:rPr lang="en-US"/>
              <a:t>Input 1 - the first number</a:t>
            </a:r>
            <a:endParaRPr lang="en-US"/>
          </a:p>
          <a:p>
            <a:pPr lvl="1"/>
            <a:r>
              <a:rPr lang="en-US"/>
              <a:t>Input 2 - the second number</a:t>
            </a:r>
            <a:endParaRPr lang="en-US"/>
          </a:p>
          <a:p>
            <a:pPr lvl="1"/>
            <a:r>
              <a:rPr lang="en-US"/>
              <a:t>Input 3 - operation: A string that takes one of two possible values - ‘+’ or ‘x’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Examples</a:t>
            </a:r>
            <a:endParaRPr lang="en-US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2"/>
            </p:custDataLst>
          </p:nvPr>
        </p:nvGraphicFramePr>
        <p:xfrm>
          <a:off x="608400" y="1490400"/>
          <a:ext cx="1096899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165"/>
                <a:gridCol w="2379980"/>
                <a:gridCol w="2152015"/>
                <a:gridCol w="422783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1 - Number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2 - Number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3 - Operator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Expected Result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‘+’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3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‘x’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2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‘/’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 - Bad Input 3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1800">
                          <a:sym typeface="+mn-ea"/>
                        </a:rPr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‘two’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‘+’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 - Bad Input 2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‘1’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2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‘+’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 - Bad Input 1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1800">
                          <a:sym typeface="+mn-ea"/>
                        </a:rPr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2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3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Should Fail - Bad Input 3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Code Review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242695"/>
            <a:ext cx="10968990" cy="5482590"/>
          </a:xfrm>
        </p:spPr>
        <p:txBody>
          <a:bodyPr>
            <a:noAutofit/>
          </a:bodyPr>
          <a:p>
            <a:r>
              <a:rPr lang="en-US" sz="2400"/>
              <a:t>Modularize your code into fuctions</a:t>
            </a:r>
            <a:endParaRPr lang="en-US" sz="2400"/>
          </a:p>
          <a:p>
            <a:r>
              <a:rPr lang="en-US" sz="2400"/>
              <a:t>Create a ‘main’ entry point to invoke your program</a:t>
            </a:r>
            <a:endParaRPr lang="en-US" sz="2400"/>
          </a:p>
          <a:p>
            <a:r>
              <a:rPr lang="en-US" sz="2400"/>
              <a:t>Avoid accepting ‘inputs’ from the terminal</a:t>
            </a:r>
            <a:endParaRPr lang="en-US" sz="2400"/>
          </a:p>
          <a:p>
            <a:r>
              <a:rPr lang="en-US" sz="2400"/>
              <a:t>Use intuitive naming conventions</a:t>
            </a:r>
            <a:endParaRPr lang="en-US" sz="2400"/>
          </a:p>
          <a:p>
            <a:r>
              <a:rPr lang="en-US" sz="2400"/>
              <a:t>Code must look pretty</a:t>
            </a:r>
            <a:endParaRPr lang="en-US" sz="2400"/>
          </a:p>
          <a:p>
            <a:r>
              <a:rPr lang="en-US" sz="2400"/>
              <a:t>Perform validation of inputs before business logic</a:t>
            </a:r>
            <a:endParaRPr lang="en-US" sz="2400"/>
          </a:p>
          <a:p>
            <a:r>
              <a:rPr lang="en-US" sz="2400"/>
              <a:t>Fail fast by raising exceptions</a:t>
            </a:r>
            <a:endParaRPr lang="en-US" sz="2400"/>
          </a:p>
          <a:p>
            <a:r>
              <a:rPr lang="en-US" sz="2400"/>
              <a:t>Return results instead of printing them</a:t>
            </a:r>
            <a:endParaRPr lang="en-US" sz="2400"/>
          </a:p>
          <a:p>
            <a:r>
              <a:rPr lang="en-US" sz="2400">
                <a:sym typeface="+mn-ea"/>
              </a:rPr>
              <a:t>Create test cases</a:t>
            </a:r>
            <a:endParaRPr lang="en-US" sz="2400"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787</Words>
  <Application>WPS Presentation</Application>
  <PresentationFormat>Widescreen</PresentationFormat>
  <Paragraphs>78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4" baseType="lpstr">
      <vt:lpstr>Arial</vt:lpstr>
      <vt:lpstr>SimSun</vt:lpstr>
      <vt:lpstr>Wingdings</vt:lpstr>
      <vt:lpstr>Wingdings</vt:lpstr>
      <vt:lpstr>Microsoft YaHei</vt:lpstr>
      <vt:lpstr>汉仪旗黑</vt:lpstr>
      <vt:lpstr>Arial Unicode MS</vt:lpstr>
      <vt:lpstr>Calibri</vt:lpstr>
      <vt:lpstr>Helvetica Neue</vt:lpstr>
      <vt:lpstr>宋体-简</vt:lpstr>
      <vt:lpstr>WPS</vt:lpstr>
      <vt:lpstr>Coding Assignment</vt:lpstr>
      <vt:lpstr>Examples</vt:lpstr>
      <vt:lpstr>Code Review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Review</dc:title>
  <dc:creator>vipar</dc:creator>
  <cp:lastModifiedBy>vipar</cp:lastModifiedBy>
  <cp:revision>11</cp:revision>
  <dcterms:created xsi:type="dcterms:W3CDTF">2026-07-16T08:04:59Z</dcterms:created>
  <dcterms:modified xsi:type="dcterms:W3CDTF">2026-07-16T08:04:59Z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1D54F0BE9576C04D07C5346A4317D0D7_41</vt:lpwstr>
  </property>
</Properties>
</file>