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Code Review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Write a simple function that either adds or multiplies two numbers</a:t>
            </a:r>
            <a:endParaRPr lang="en-US"/>
          </a:p>
          <a:p>
            <a:r>
              <a:rPr lang="en-US"/>
              <a:t>Name the function:</a:t>
            </a:r>
            <a:endParaRPr lang="en-US"/>
          </a:p>
          <a:p>
            <a:pPr lvl="1"/>
            <a:r>
              <a:rPr lang="en-US"/>
              <a:t>add_or_multiply()</a:t>
            </a:r>
            <a:endParaRPr lang="en-US"/>
          </a:p>
          <a:p>
            <a:pPr lvl="0"/>
            <a:r>
              <a:rPr lang="en-US"/>
              <a:t>The function accepts three arguments:</a:t>
            </a:r>
            <a:endParaRPr lang="en-US"/>
          </a:p>
          <a:p>
            <a:pPr lvl="1"/>
            <a:r>
              <a:rPr lang="en-US"/>
              <a:t>Arg 1 - a: the first number</a:t>
            </a:r>
            <a:endParaRPr lang="en-US"/>
          </a:p>
          <a:p>
            <a:pPr lvl="1"/>
            <a:r>
              <a:rPr lang="en-US"/>
              <a:t>Arg 2 - b: the second number</a:t>
            </a:r>
            <a:endParaRPr lang="en-US"/>
          </a:p>
          <a:p>
            <a:pPr lvl="1"/>
            <a:r>
              <a:rPr lang="en-US"/>
              <a:t>Arg 3 - operation: A string that takes one of two possible values - ‘+’ or ‘x’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495"/>
                <a:gridCol w="54844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Function Call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Expected Result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add_or_multiply(1, 2, ‘+’)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add_or_multiply(1, 2, ‘x’)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add_or_multiply(1, 2, '/')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Should Fail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add_or_multiply(1, ‘two’, '+')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Should Fail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add_or_multiply(1, 2, 1234)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Should Fail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Presentation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Review</dc:title>
  <dc:creator>vipar</dc:creator>
  <cp:lastModifiedBy>Brinda Dorairaj</cp:lastModifiedBy>
  <cp:revision>1</cp:revision>
  <dcterms:created xsi:type="dcterms:W3CDTF">2026-06-19T04:36:36Z</dcterms:created>
  <dcterms:modified xsi:type="dcterms:W3CDTF">2026-06-19T04:36:36Z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1D54F0BE9576C04D07C5346A4317D0D7_41</vt:lpwstr>
  </property>
</Properties>
</file>