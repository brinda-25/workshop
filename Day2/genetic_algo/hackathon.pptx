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DCDCDC"/>
    <a:srgbClr val="F0F0F0"/>
    <a:srgbClr val="E6E6E6"/>
    <a:srgbClr val="C8C8C8"/>
    <a:srgbClr val="FAFAFA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99" d="100"/>
          <a:sy n="99" d="100"/>
        </p:scale>
        <p:origin x="84" y="582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7" Type="http://schemas.openxmlformats.org/officeDocument/2006/relationships/tableStyles" Target="tableStyles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6" Type="http://schemas.openxmlformats.org/officeDocument/2006/relationships/tags" Target="../tags/tag15.xml"/><Relationship Id="rId5" Type="http://schemas.openxmlformats.org/officeDocument/2006/relationships/tags" Target="../tags/tag14.xml"/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7" Type="http://schemas.openxmlformats.org/officeDocument/2006/relationships/tags" Target="../tags/tag21.xml"/><Relationship Id="rId6" Type="http://schemas.openxmlformats.org/officeDocument/2006/relationships/tags" Target="../tags/tag20.xml"/><Relationship Id="rId5" Type="http://schemas.openxmlformats.org/officeDocument/2006/relationships/tags" Target="../tags/tag19.xml"/><Relationship Id="rId4" Type="http://schemas.openxmlformats.org/officeDocument/2006/relationships/tags" Target="../tags/tag18.xml"/><Relationship Id="rId3" Type="http://schemas.openxmlformats.org/officeDocument/2006/relationships/tags" Target="../tags/tag17.xml"/><Relationship Id="rId2" Type="http://schemas.openxmlformats.org/officeDocument/2006/relationships/tags" Target="../tags/tag16.xm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9" Type="http://schemas.openxmlformats.org/officeDocument/2006/relationships/tags" Target="../tags/tag29.xml"/><Relationship Id="rId8" Type="http://schemas.openxmlformats.org/officeDocument/2006/relationships/tags" Target="../tags/tag28.xml"/><Relationship Id="rId7" Type="http://schemas.openxmlformats.org/officeDocument/2006/relationships/tags" Target="../tags/tag27.xml"/><Relationship Id="rId6" Type="http://schemas.openxmlformats.org/officeDocument/2006/relationships/tags" Target="../tags/tag26.xml"/><Relationship Id="rId5" Type="http://schemas.openxmlformats.org/officeDocument/2006/relationships/tags" Target="../tags/tag25.xml"/><Relationship Id="rId4" Type="http://schemas.openxmlformats.org/officeDocument/2006/relationships/tags" Target="../tags/tag24.xml"/><Relationship Id="rId3" Type="http://schemas.openxmlformats.org/officeDocument/2006/relationships/tags" Target="../tags/tag23.xml"/><Relationship Id="rId2" Type="http://schemas.openxmlformats.org/officeDocument/2006/relationships/tags" Target="../tags/tag22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5" Type="http://schemas.openxmlformats.org/officeDocument/2006/relationships/tags" Target="../tags/tag33.xml"/><Relationship Id="rId4" Type="http://schemas.openxmlformats.org/officeDocument/2006/relationships/tags" Target="../tags/tag32.xml"/><Relationship Id="rId3" Type="http://schemas.openxmlformats.org/officeDocument/2006/relationships/tags" Target="../tags/tag31.xml"/><Relationship Id="rId2" Type="http://schemas.openxmlformats.org/officeDocument/2006/relationships/tags" Target="../tags/tag30.xm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tags" Target="../tags/tag36.xml"/><Relationship Id="rId3" Type="http://schemas.openxmlformats.org/officeDocument/2006/relationships/tags" Target="../tags/tag35.xml"/><Relationship Id="rId2" Type="http://schemas.openxmlformats.org/officeDocument/2006/relationships/tags" Target="../tags/tag34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7" Type="http://schemas.openxmlformats.org/officeDocument/2006/relationships/tags" Target="../tags/tag42.xml"/><Relationship Id="rId6" Type="http://schemas.openxmlformats.org/officeDocument/2006/relationships/tags" Target="../tags/tag41.xml"/><Relationship Id="rId5" Type="http://schemas.openxmlformats.org/officeDocument/2006/relationships/tags" Target="../tags/tag40.xml"/><Relationship Id="rId4" Type="http://schemas.openxmlformats.org/officeDocument/2006/relationships/tags" Target="../tags/tag39.xml"/><Relationship Id="rId3" Type="http://schemas.openxmlformats.org/officeDocument/2006/relationships/tags" Target="../tags/tag38.xml"/><Relationship Id="rId2" Type="http://schemas.openxmlformats.org/officeDocument/2006/relationships/tags" Target="../tags/tag37.xm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6" Type="http://schemas.openxmlformats.org/officeDocument/2006/relationships/tags" Target="../tags/tag47.xml"/><Relationship Id="rId5" Type="http://schemas.openxmlformats.org/officeDocument/2006/relationships/tags" Target="../tags/tag46.xml"/><Relationship Id="rId4" Type="http://schemas.openxmlformats.org/officeDocument/2006/relationships/tags" Target="../tags/tag45.xml"/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5" Type="http://schemas.openxmlformats.org/officeDocument/2006/relationships/tags" Target="../tags/tag51.xml"/><Relationship Id="rId4" Type="http://schemas.openxmlformats.org/officeDocument/2006/relationships/tags" Target="../tags/tag50.xml"/><Relationship Id="rId3" Type="http://schemas.openxmlformats.org/officeDocument/2006/relationships/tags" Target="../tags/tag49.xml"/><Relationship Id="rId2" Type="http://schemas.openxmlformats.org/officeDocument/2006/relationships/tags" Target="../tags/tag48.xm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6" Type="http://schemas.openxmlformats.org/officeDocument/2006/relationships/tags" Target="../tags/tag56.xml"/><Relationship Id="rId5" Type="http://schemas.openxmlformats.org/officeDocument/2006/relationships/tags" Target="../tags/tag55.xml"/><Relationship Id="rId4" Type="http://schemas.openxmlformats.org/officeDocument/2006/relationships/tags" Target="../tags/tag54.xml"/><Relationship Id="rId3" Type="http://schemas.openxmlformats.org/officeDocument/2006/relationships/tags" Target="../tags/tag53.xml"/><Relationship Id="rId2" Type="http://schemas.openxmlformats.org/officeDocument/2006/relationships/tags" Target="../tags/tag52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  <a:endParaRPr lang="en-US" dirty="0"/>
          </a:p>
        </p:txBody>
      </p:sp>
      <p:sp>
        <p:nvSpPr>
          <p:cNvPr id="16" name="Date Placeholder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17" name="Footer Placeholder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8" name="Slide Number Placeholder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en-US" dirty="0"/>
              <a:t>Click to edit title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text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text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text</a:t>
            </a:r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en-US" smtClean="0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en-US" smtClean="0"/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en-US" smtClean="0"/>
            </a:fld>
            <a:endParaRPr lang="en-US"/>
          </a:p>
        </p:txBody>
      </p:sp>
      <p:sp>
        <p:nvSpPr>
          <p:cNvPr id="9" name="Title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p>
            <a:r>
              <a:rPr lang="en-US"/>
              <a:t>Click to edit Master title style</a:t>
            </a:r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en-US" smtClean="0"/>
              <a:t>Click to edit title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  <p:sp>
        <p:nvSpPr>
          <p:cNvPr id="7" name="Content Placeholder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s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 lang="en-US" smtClean="0"/>
              <a:t>Click to edit title</a:t>
            </a:r>
            <a:endParaRPr lang="en-US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8" Type="http://schemas.openxmlformats.org/officeDocument/2006/relationships/theme" Target="../theme/theme1.xml"/><Relationship Id="rId17" Type="http://schemas.openxmlformats.org/officeDocument/2006/relationships/tags" Target="../tags/tag62.xml"/><Relationship Id="rId16" Type="http://schemas.openxmlformats.org/officeDocument/2006/relationships/tags" Target="../tags/tag61.xml"/><Relationship Id="rId15" Type="http://schemas.openxmlformats.org/officeDocument/2006/relationships/tags" Target="../tags/tag60.xml"/><Relationship Id="rId14" Type="http://schemas.openxmlformats.org/officeDocument/2006/relationships/tags" Target="../tags/tag59.xml"/><Relationship Id="rId13" Type="http://schemas.openxmlformats.org/officeDocument/2006/relationships/tags" Target="../tags/tag58.xml"/><Relationship Id="rId12" Type="http://schemas.openxmlformats.org/officeDocument/2006/relationships/tags" Target="../tags/tag57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  <p:custDataLst>
              <p:tags r:id="rId14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  <p:custDataLst>
              <p:tags r:id="rId15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  <p:custDataLst>
              <p:tags r:id="rId16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en-US" smtClean="0"/>
            </a:fld>
            <a:endParaRPr lang="en-US" dirty="0"/>
          </a:p>
        </p:txBody>
      </p:sp>
    </p:spTree>
    <p:custDataLst>
      <p:tags r:id="rId17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9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9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9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9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65.xml"/><Relationship Id="rId2" Type="http://schemas.openxmlformats.org/officeDocument/2006/relationships/tags" Target="../tags/tag64.xml"/><Relationship Id="rId1" Type="http://schemas.openxmlformats.org/officeDocument/2006/relationships/tags" Target="../tags/tag63.xml"/></Relationships>
</file>

<file path=ppt/slides/_rels/slide2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68.xml"/><Relationship Id="rId2" Type="http://schemas.openxmlformats.org/officeDocument/2006/relationships/tags" Target="../tags/tag67.xml"/><Relationship Id="rId1" Type="http://schemas.openxmlformats.org/officeDocument/2006/relationships/tags" Target="../tags/tag6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r>
              <a:rPr lang="en-US"/>
              <a:t>Hackathon - Guess the Secret Password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/>
        <p:txBody>
          <a:bodyPr/>
          <a:p>
            <a:r>
              <a:rPr lang="en-US"/>
              <a:t>Your task is to guess a secret password that is </a:t>
            </a:r>
            <a:endParaRPr lang="en-US"/>
          </a:p>
          <a:p>
            <a:pPr lvl="1"/>
            <a:r>
              <a:rPr lang="en-US"/>
              <a:t>Exactly 8 characters long</a:t>
            </a:r>
            <a:endParaRPr lang="en-US"/>
          </a:p>
          <a:p>
            <a:pPr lvl="1"/>
            <a:r>
              <a:rPr lang="en-US"/>
              <a:t>Composed of lowercase characters only a - z</a:t>
            </a:r>
            <a:endParaRPr lang="en-US"/>
          </a:p>
          <a:p>
            <a:pPr lvl="0"/>
            <a:endParaRPr lang="en-US"/>
          </a:p>
          <a:p>
            <a:pPr lvl="0"/>
            <a:r>
              <a:rPr lang="en-US"/>
              <a:t>You are provided with a fitness function - score_guess()</a:t>
            </a:r>
            <a:endParaRPr lang="en-US"/>
          </a:p>
          <a:p>
            <a:pPr lvl="1"/>
            <a:r>
              <a:rPr lang="en-US"/>
              <a:t>Input: Your guess</a:t>
            </a:r>
            <a:endParaRPr lang="en-US"/>
          </a:p>
          <a:p>
            <a:pPr lvl="1"/>
            <a:r>
              <a:rPr lang="en-US"/>
              <a:t>Output: A score between 0 and 100</a:t>
            </a:r>
            <a:endParaRPr lang="en-US"/>
          </a:p>
          <a:p>
            <a:pPr lvl="1"/>
            <a:endParaRPr lang="en-US"/>
          </a:p>
          <a:p>
            <a:pPr lvl="0"/>
            <a:r>
              <a:rPr lang="en-US"/>
              <a:t>You may use the fitness function as many times as reuired</a:t>
            </a:r>
            <a:endParaRPr lang="en-US"/>
          </a:p>
          <a:p>
            <a:pPr lvl="1"/>
            <a:r>
              <a:rPr lang="en-US"/>
              <a:t>Start with a random password and use fitness function to improve your guesses</a:t>
            </a:r>
            <a:endParaRPr lang="en-US"/>
          </a:p>
        </p:txBody>
      </p:sp>
    </p:spTree>
    <p:custDataLst>
      <p:tags r:id="rId3"/>
    </p:custData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r>
              <a:rPr lang="en-US"/>
              <a:t>Examples</a:t>
            </a:r>
            <a:endParaRPr lang="en-US"/>
          </a:p>
        </p:txBody>
      </p:sp>
      <p:graphicFrame>
        <p:nvGraphicFramePr>
          <p:cNvPr id="4" name="Content Placeholder 3"/>
          <p:cNvGraphicFramePr/>
          <p:nvPr>
            <p:ph idx="1"/>
            <p:custDataLst>
              <p:tags r:id="rId2"/>
            </p:custDataLst>
          </p:nvPr>
        </p:nvGraphicFramePr>
        <p:xfrm>
          <a:off x="608400" y="1490400"/>
          <a:ext cx="10968990" cy="1905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6330"/>
                <a:gridCol w="3656330"/>
                <a:gridCol w="3656330"/>
              </a:tblGrid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Actual Password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Guess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Fitness Score</a:t>
                      </a:r>
                      <a:endParaRPr lang="en-US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>
                          <a:solidFill>
                            <a:srgbClr val="00B050"/>
                          </a:solidFill>
                        </a:rPr>
                        <a:t>abcdefgh</a:t>
                      </a:r>
                      <a:endParaRPr lang="en-US">
                        <a:solidFill>
                          <a:srgbClr val="00B05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>
                          <a:solidFill>
                            <a:srgbClr val="C00000"/>
                          </a:solidFill>
                        </a:rPr>
                        <a:t>ijklmnop</a:t>
                      </a:r>
                      <a:endParaRPr lang="en-US">
                        <a:solidFill>
                          <a:srgbClr val="C0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0</a:t>
                      </a:r>
                      <a:endParaRPr lang="en-US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>
                          <a:solidFill>
                            <a:srgbClr val="00B050"/>
                          </a:solidFill>
                        </a:rPr>
                        <a:t>abcdefgh</a:t>
                      </a:r>
                      <a:endParaRPr lang="en-US">
                        <a:solidFill>
                          <a:srgbClr val="00B05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>
                          <a:solidFill>
                            <a:srgbClr val="00B050"/>
                          </a:solidFill>
                        </a:rPr>
                        <a:t>abcd</a:t>
                      </a:r>
                      <a:r>
                        <a:rPr lang="en-US">
                          <a:solidFill>
                            <a:srgbClr val="C00000"/>
                          </a:solidFill>
                        </a:rPr>
                        <a:t>wxyz</a:t>
                      </a:r>
                      <a:endParaRPr lang="en-US">
                        <a:solidFill>
                          <a:srgbClr val="C0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50</a:t>
                      </a:r>
                      <a:endParaRPr lang="en-US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>
                          <a:solidFill>
                            <a:srgbClr val="00B050"/>
                          </a:solidFill>
                        </a:rPr>
                        <a:t>abcdefgh</a:t>
                      </a:r>
                      <a:endParaRPr lang="en-US">
                        <a:solidFill>
                          <a:srgbClr val="00B05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>
                          <a:solidFill>
                            <a:srgbClr val="00B050"/>
                          </a:solidFill>
                        </a:rPr>
                        <a:t>a</a:t>
                      </a:r>
                      <a:r>
                        <a:rPr lang="en-US">
                          <a:solidFill>
                            <a:srgbClr val="C00000"/>
                          </a:solidFill>
                        </a:rPr>
                        <a:t>w</a:t>
                      </a:r>
                      <a:r>
                        <a:rPr lang="en-US">
                          <a:solidFill>
                            <a:srgbClr val="00B050"/>
                          </a:solidFill>
                        </a:rPr>
                        <a:t>c</a:t>
                      </a:r>
                      <a:r>
                        <a:rPr lang="en-US">
                          <a:solidFill>
                            <a:srgbClr val="C00000"/>
                          </a:solidFill>
                        </a:rPr>
                        <a:t>x</a:t>
                      </a:r>
                      <a:r>
                        <a:rPr lang="en-US">
                          <a:solidFill>
                            <a:srgbClr val="00B050"/>
                          </a:solidFill>
                        </a:rPr>
                        <a:t>e</a:t>
                      </a:r>
                      <a:r>
                        <a:rPr lang="en-US">
                          <a:solidFill>
                            <a:srgbClr val="C00000"/>
                          </a:solidFill>
                        </a:rPr>
                        <a:t>y</a:t>
                      </a:r>
                      <a:r>
                        <a:rPr lang="en-US">
                          <a:solidFill>
                            <a:srgbClr val="00B050"/>
                          </a:solidFill>
                        </a:rPr>
                        <a:t>g</a:t>
                      </a:r>
                      <a:r>
                        <a:rPr lang="en-US">
                          <a:solidFill>
                            <a:srgbClr val="C00000"/>
                          </a:solidFill>
                        </a:rPr>
                        <a:t>z</a:t>
                      </a:r>
                      <a:endParaRPr lang="en-US">
                        <a:solidFill>
                          <a:srgbClr val="C0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50</a:t>
                      </a:r>
                      <a:endParaRPr lang="en-US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>
                          <a:solidFill>
                            <a:srgbClr val="00B050"/>
                          </a:solidFill>
                        </a:rPr>
                        <a:t>abcdefgh</a:t>
                      </a:r>
                      <a:endParaRPr lang="en-US">
                        <a:solidFill>
                          <a:srgbClr val="00B05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>
                          <a:solidFill>
                            <a:srgbClr val="00B050"/>
                          </a:solidFill>
                        </a:rPr>
                        <a:t>abcdefgh</a:t>
                      </a:r>
                      <a:endParaRPr lang="en-US">
                        <a:solidFill>
                          <a:srgbClr val="00B05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100</a:t>
                      </a:r>
                      <a:endParaRPr lang="en-US"/>
                    </a:p>
                  </a:txBody>
                  <a:tcPr/>
                </a:tc>
              </a:tr>
            </a:tbl>
          </a:graphicData>
        </a:graphic>
      </p:graphicFrame>
    </p:spTree>
    <p:custDataLst>
      <p:tags r:id="rId3"/>
    </p:custDataLst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6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6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</p:tagLst>
</file>

<file path=ppt/tags/tag65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6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6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68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506</Words>
  <Application>WPS Presentation</Application>
  <PresentationFormat>Widescreen</PresentationFormat>
  <Paragraphs>45</Paragraphs>
  <Slides>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12" baseType="lpstr">
      <vt:lpstr>Arial</vt:lpstr>
      <vt:lpstr>SimSun</vt:lpstr>
      <vt:lpstr>Wingdings</vt:lpstr>
      <vt:lpstr>Wingdings</vt:lpstr>
      <vt:lpstr>Microsoft YaHei</vt:lpstr>
      <vt:lpstr>汉仪旗黑</vt:lpstr>
      <vt:lpstr>Arial Unicode MS</vt:lpstr>
      <vt:lpstr>Calibri</vt:lpstr>
      <vt:lpstr>Helvetica Neue</vt:lpstr>
      <vt:lpstr>WPS</vt:lpstr>
      <vt:lpstr>Hackathon - Guess the Secret Password</vt:lpstr>
      <vt:lpstr>Examples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Guess the Secret Password</dc:title>
  <dc:creator>vipar</dc:creator>
  <cp:lastModifiedBy>vipar</cp:lastModifiedBy>
  <cp:revision>3</cp:revision>
  <dcterms:created xsi:type="dcterms:W3CDTF">2026-07-17T02:55:38Z</dcterms:created>
  <dcterms:modified xsi:type="dcterms:W3CDTF">2026-07-17T02:55:38Z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1033-12.1.26015.26015</vt:lpwstr>
  </property>
  <property fmtid="{D5CDD505-2E9C-101B-9397-08002B2CF9AE}" pid="3" name="ICV">
    <vt:lpwstr>0FA50688ED7D53B5BE2C346AC25E8544_41</vt:lpwstr>
  </property>
</Properties>
</file>