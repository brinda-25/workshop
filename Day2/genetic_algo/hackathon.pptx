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Hackathon - Guess the Secret Password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Your task is to guess a secret password that is </a:t>
            </a:r>
            <a:endParaRPr lang="en-US"/>
          </a:p>
          <a:p>
            <a:pPr lvl="1"/>
            <a:r>
              <a:rPr lang="en-US"/>
              <a:t>Exactly 8 characters long</a:t>
            </a:r>
            <a:endParaRPr lang="en-US"/>
          </a:p>
          <a:p>
            <a:pPr lvl="1"/>
            <a:r>
              <a:rPr lang="en-US"/>
              <a:t>Composed of lowercase characters only a - z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You are provided with a fitness function - score_guess()</a:t>
            </a:r>
            <a:endParaRPr lang="en-US"/>
          </a:p>
          <a:p>
            <a:pPr lvl="1"/>
            <a:r>
              <a:rPr lang="en-US"/>
              <a:t>Input: Your guess</a:t>
            </a:r>
            <a:endParaRPr lang="en-US"/>
          </a:p>
          <a:p>
            <a:pPr lvl="1"/>
            <a:r>
              <a:rPr lang="en-US"/>
              <a:t>Output: A score between 0 and 100</a:t>
            </a:r>
            <a:endParaRPr lang="en-US"/>
          </a:p>
          <a:p>
            <a:pPr lvl="1"/>
            <a:endParaRPr lang="en-US"/>
          </a:p>
          <a:p>
            <a:pPr lvl="0"/>
            <a:r>
              <a:rPr lang="en-US"/>
              <a:t>You may use the fitness function as many times as reuired</a:t>
            </a:r>
            <a:endParaRPr lang="en-US"/>
          </a:p>
          <a:p>
            <a:pPr lvl="1"/>
            <a:r>
              <a:rPr lang="en-US"/>
              <a:t>Start with a random password and use fitness function to improve your guesses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6330"/>
                <a:gridCol w="3656330"/>
                <a:gridCol w="365633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Actual Password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Guess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Fitness Score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abcdefgh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ijklmnop</a:t>
                      </a:r>
                      <a:endParaRPr 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abcdefgh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abcd</a:t>
                      </a:r>
                      <a:r>
                        <a:rPr lang="en-US">
                          <a:solidFill>
                            <a:srgbClr val="C00000"/>
                          </a:solidFill>
                        </a:rPr>
                        <a:t>wxyz</a:t>
                      </a:r>
                      <a:endParaRPr 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abcdefgh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a</a:t>
                      </a:r>
                      <a:r>
                        <a:rPr lang="en-US">
                          <a:solidFill>
                            <a:srgbClr val="C00000"/>
                          </a:solidFill>
                        </a:rPr>
                        <a:t>w</a:t>
                      </a:r>
                      <a:r>
                        <a:rPr lang="en-US">
                          <a:solidFill>
                            <a:srgbClr val="00B050"/>
                          </a:solidFill>
                        </a:rPr>
                        <a:t>c</a:t>
                      </a:r>
                      <a:r>
                        <a:rPr lang="en-US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US">
                          <a:solidFill>
                            <a:srgbClr val="00B050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>
                          <a:solidFill>
                            <a:srgbClr val="00B050"/>
                          </a:solidFill>
                        </a:rPr>
                        <a:t>g</a:t>
                      </a:r>
                      <a:r>
                        <a:rPr lang="en-US">
                          <a:solidFill>
                            <a:srgbClr val="C00000"/>
                          </a:solidFill>
                        </a:rPr>
                        <a:t>z</a:t>
                      </a:r>
                      <a:endParaRPr 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abcdefgh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abcdefgh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WPS Sheets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Guess the Secret Password</dc:title>
  <dc:creator>vipar</dc:creator>
  <cp:lastModifiedBy>vipar</cp:lastModifiedBy>
  <cp:revision>2</cp:revision>
  <dcterms:created xsi:type="dcterms:W3CDTF">2026-06-18T17:51:39Z</dcterms:created>
  <dcterms:modified xsi:type="dcterms:W3CDTF">2026-06-18T17:51:39Z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0FA50688ED7D53B5BE2C346AC25E8544_41</vt:lpwstr>
  </property>
</Properties>
</file>