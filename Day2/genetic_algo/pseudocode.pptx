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Hackathon - Genetic Algorithm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en-US"/>
              <a:t>Cracking Passwords using Simulated Annealing</a:t>
            </a:r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Pseudocode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1490345"/>
            <a:ext cx="10968990" cy="5216525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sz="2600"/>
              <a:t>guess_password():</a:t>
            </a:r>
            <a:endParaRPr lang="en-US" sz="2600"/>
          </a:p>
          <a:p>
            <a:pPr marL="0" indent="0">
              <a:buNone/>
            </a:pPr>
            <a:r>
              <a:rPr lang="en-US" sz="2600"/>
              <a:t>    Start with a random password, e.g. “password”</a:t>
            </a:r>
            <a:endParaRPr lang="en-US" sz="2600"/>
          </a:p>
          <a:p>
            <a:pPr marL="0" indent="0">
              <a:buNone/>
            </a:pPr>
            <a:r>
              <a:rPr lang="en-US" sz="2600"/>
              <a:t>    Score the random password</a:t>
            </a:r>
            <a:endParaRPr lang="en-US" sz="2600"/>
          </a:p>
          <a:p>
            <a:pPr marL="0" indent="0">
              <a:buNone/>
            </a:pPr>
            <a:r>
              <a:rPr lang="en-US" sz="2600"/>
              <a:t>    Loop until Score reaches 100:</a:t>
            </a:r>
            <a:endParaRPr lang="en-US" sz="2600"/>
          </a:p>
          <a:p>
            <a:pPr marL="0" indent="0">
              <a:buNone/>
            </a:pPr>
            <a:r>
              <a:rPr lang="en-US" sz="2600"/>
              <a:t>        Choose a character at random from the password to modify</a:t>
            </a:r>
            <a:endParaRPr lang="en-US" sz="2600"/>
          </a:p>
          <a:p>
            <a:pPr marL="0" indent="0">
              <a:buNone/>
            </a:pPr>
            <a:r>
              <a:rPr lang="en-US" sz="2600"/>
              <a:t>        Modify the password</a:t>
            </a:r>
            <a:endParaRPr lang="en-US" sz="2600"/>
          </a:p>
          <a:p>
            <a:pPr marL="0" indent="0">
              <a:buNone/>
            </a:pPr>
            <a:r>
              <a:rPr lang="en-US" sz="2600"/>
              <a:t>        Score the modified password</a:t>
            </a:r>
            <a:endParaRPr lang="en-US" sz="2600"/>
          </a:p>
          <a:p>
            <a:pPr marL="0" indent="0">
              <a:buNone/>
            </a:pPr>
            <a:r>
              <a:rPr lang="en-US" sz="2600"/>
              <a:t>    return modified_password</a:t>
            </a:r>
            <a:endParaRPr lang="en-US" sz="2600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365</Words>
  <Application>WPS Presentation</Application>
  <PresentationFormat>Widescreen</PresentationFormat>
  <Paragraphs>15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3" baseType="lpstr">
      <vt:lpstr>Arial</vt:lpstr>
      <vt:lpstr>SimSun</vt:lpstr>
      <vt:lpstr>Wingdings</vt:lpstr>
      <vt:lpstr>Wingdings</vt:lpstr>
      <vt:lpstr>Microsoft YaHei</vt:lpstr>
      <vt:lpstr>汉仪旗黑</vt:lpstr>
      <vt:lpstr>Arial Unicode MS</vt:lpstr>
      <vt:lpstr>Calibri</vt:lpstr>
      <vt:lpstr>Helvetica Neue</vt:lpstr>
      <vt:lpstr>宋体-简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Hackathon - Genetic Algorithm</dc:title>
  <dc:creator>vipar</dc:creator>
  <cp:lastModifiedBy>vipar</cp:lastModifiedBy>
  <cp:revision>1</cp:revision>
  <dcterms:created xsi:type="dcterms:W3CDTF">2026-07-16T07:58:22Z</dcterms:created>
  <dcterms:modified xsi:type="dcterms:W3CDTF">2026-07-16T07:58:22Z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1033-12.1.26015.26015</vt:lpwstr>
  </property>
  <property fmtid="{D5CDD505-2E9C-101B-9397-08002B2CF9AE}" pid="3" name="ICV">
    <vt:lpwstr>00F336336DF12BC8A18C586A6DC3832F_41</vt:lpwstr>
  </property>
</Properties>
</file>